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59" r:id="rId14"/>
    <p:sldId id="258" r:id="rId15"/>
    <p:sldId id="260" r:id="rId16"/>
    <p:sldId id="261" r:id="rId17"/>
    <p:sldId id="262" r:id="rId18"/>
    <p:sldId id="263" r:id="rId19"/>
    <p:sldId id="26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885" autoAdjust="0"/>
  </p:normalViewPr>
  <p:slideViewPr>
    <p:cSldViewPr snapToGrid="0">
      <p:cViewPr varScale="1">
        <p:scale>
          <a:sx n="59" d="100"/>
          <a:sy n="59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svg"/><Relationship Id="rId1" Type="http://schemas.openxmlformats.org/officeDocument/2006/relationships/image" Target="../media/image1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svg"/><Relationship Id="rId1" Type="http://schemas.openxmlformats.org/officeDocument/2006/relationships/image" Target="../media/image1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D5EF20-18A6-41AD-8800-D7BD42D1DA8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557E62-4506-467C-81CC-84D5F3AC13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Represents the total quantity manufactured across all departments.</a:t>
          </a:r>
        </a:p>
      </dgm:t>
    </dgm:pt>
    <dgm:pt modelId="{3A8BC882-4ECD-43B2-A193-7B8E0ECC1ECF}" type="parTrans" cxnId="{3F206E94-E55D-4CFD-9867-A4B72C1DAACB}">
      <dgm:prSet/>
      <dgm:spPr/>
      <dgm:t>
        <a:bodyPr/>
        <a:lstStyle/>
        <a:p>
          <a:endParaRPr lang="en-US"/>
        </a:p>
      </dgm:t>
    </dgm:pt>
    <dgm:pt modelId="{93C8BFBC-DCA9-4FEB-9F0C-93FD7783D442}" type="sibTrans" cxnId="{3F206E94-E55D-4CFD-9867-A4B72C1DAACB}">
      <dgm:prSet/>
      <dgm:spPr/>
      <dgm:t>
        <a:bodyPr/>
        <a:lstStyle/>
        <a:p>
          <a:endParaRPr lang="en-US"/>
        </a:p>
      </dgm:t>
    </dgm:pt>
    <dgm:pt modelId="{17F4552C-8062-4FD3-8E1E-400AC1D88D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key volume indicator showing the scale of production.</a:t>
          </a:r>
        </a:p>
      </dgm:t>
    </dgm:pt>
    <dgm:pt modelId="{CEF76411-C1DD-4A2C-845D-FCCB79C62654}" type="parTrans" cxnId="{EE068DB6-9D6F-4CA5-9E8A-2AD3290F4387}">
      <dgm:prSet/>
      <dgm:spPr/>
      <dgm:t>
        <a:bodyPr/>
        <a:lstStyle/>
        <a:p>
          <a:endParaRPr lang="en-US"/>
        </a:p>
      </dgm:t>
    </dgm:pt>
    <dgm:pt modelId="{45F4EBB8-17CE-4215-AF8B-D67E052D3159}" type="sibTrans" cxnId="{EE068DB6-9D6F-4CA5-9E8A-2AD3290F4387}">
      <dgm:prSet/>
      <dgm:spPr/>
      <dgm:t>
        <a:bodyPr/>
        <a:lstStyle/>
        <a:p>
          <a:endParaRPr lang="en-US"/>
        </a:p>
      </dgm:t>
    </dgm:pt>
    <dgm:pt modelId="{3C82D27D-877B-4564-8862-4E6B0FC325CC}" type="pres">
      <dgm:prSet presAssocID="{EED5EF20-18A6-41AD-8800-D7BD42D1DA85}" presName="root" presStyleCnt="0">
        <dgm:presLayoutVars>
          <dgm:dir/>
          <dgm:resizeHandles val="exact"/>
        </dgm:presLayoutVars>
      </dgm:prSet>
      <dgm:spPr/>
    </dgm:pt>
    <dgm:pt modelId="{6C667E0C-6B0B-46D5-AB80-0D97F5CBA3DC}" type="pres">
      <dgm:prSet presAssocID="{6A557E62-4506-467C-81CC-84D5F3AC1313}" presName="compNode" presStyleCnt="0"/>
      <dgm:spPr/>
    </dgm:pt>
    <dgm:pt modelId="{25E2700E-B465-4E73-858C-ACC424BEA39A}" type="pres">
      <dgm:prSet presAssocID="{6A557E62-4506-467C-81CC-84D5F3AC1313}" presName="bgRect" presStyleLbl="bgShp" presStyleIdx="0" presStyleCnt="2"/>
      <dgm:spPr/>
    </dgm:pt>
    <dgm:pt modelId="{5277D0F7-3DA8-477D-9CE8-EF0F2B50B3C6}" type="pres">
      <dgm:prSet presAssocID="{6A557E62-4506-467C-81CC-84D5F3AC131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2FD28C82-F644-4BB8-9885-4ED9F4857948}" type="pres">
      <dgm:prSet presAssocID="{6A557E62-4506-467C-81CC-84D5F3AC1313}" presName="spaceRect" presStyleCnt="0"/>
      <dgm:spPr/>
    </dgm:pt>
    <dgm:pt modelId="{A544B67B-15B9-46D7-807F-D54D4FAA585F}" type="pres">
      <dgm:prSet presAssocID="{6A557E62-4506-467C-81CC-84D5F3AC1313}" presName="parTx" presStyleLbl="revTx" presStyleIdx="0" presStyleCnt="2">
        <dgm:presLayoutVars>
          <dgm:chMax val="0"/>
          <dgm:chPref val="0"/>
        </dgm:presLayoutVars>
      </dgm:prSet>
      <dgm:spPr/>
    </dgm:pt>
    <dgm:pt modelId="{239FBE62-CC63-4E43-A06E-A10B62184E6F}" type="pres">
      <dgm:prSet presAssocID="{93C8BFBC-DCA9-4FEB-9F0C-93FD7783D442}" presName="sibTrans" presStyleCnt="0"/>
      <dgm:spPr/>
    </dgm:pt>
    <dgm:pt modelId="{B276B869-B077-4B7B-AE0E-4C8E62C11FD8}" type="pres">
      <dgm:prSet presAssocID="{17F4552C-8062-4FD3-8E1E-400AC1D88D15}" presName="compNode" presStyleCnt="0"/>
      <dgm:spPr/>
    </dgm:pt>
    <dgm:pt modelId="{35A8E215-6395-40EB-939D-A5C344743097}" type="pres">
      <dgm:prSet presAssocID="{17F4552C-8062-4FD3-8E1E-400AC1D88D15}" presName="bgRect" presStyleLbl="bgShp" presStyleIdx="1" presStyleCnt="2"/>
      <dgm:spPr/>
    </dgm:pt>
    <dgm:pt modelId="{A62ED82B-0427-484A-B91B-BC4B863A8B2D}" type="pres">
      <dgm:prSet presAssocID="{17F4552C-8062-4FD3-8E1E-400AC1D88D1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6DB74FAF-A298-4E5D-B9F4-D7BAB4F0547B}" type="pres">
      <dgm:prSet presAssocID="{17F4552C-8062-4FD3-8E1E-400AC1D88D15}" presName="spaceRect" presStyleCnt="0"/>
      <dgm:spPr/>
    </dgm:pt>
    <dgm:pt modelId="{658421C8-5F8B-4F19-83ED-9438A47C33C8}" type="pres">
      <dgm:prSet presAssocID="{17F4552C-8062-4FD3-8E1E-400AC1D88D1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F206E94-E55D-4CFD-9867-A4B72C1DAACB}" srcId="{EED5EF20-18A6-41AD-8800-D7BD42D1DA85}" destId="{6A557E62-4506-467C-81CC-84D5F3AC1313}" srcOrd="0" destOrd="0" parTransId="{3A8BC882-4ECD-43B2-A193-7B8E0ECC1ECF}" sibTransId="{93C8BFBC-DCA9-4FEB-9F0C-93FD7783D442}"/>
    <dgm:cxn modelId="{EE068DB6-9D6F-4CA5-9E8A-2AD3290F4387}" srcId="{EED5EF20-18A6-41AD-8800-D7BD42D1DA85}" destId="{17F4552C-8062-4FD3-8E1E-400AC1D88D15}" srcOrd="1" destOrd="0" parTransId="{CEF76411-C1DD-4A2C-845D-FCCB79C62654}" sibTransId="{45F4EBB8-17CE-4215-AF8B-D67E052D3159}"/>
    <dgm:cxn modelId="{62E73DB9-28CC-4309-A567-F4551CCF3ED0}" type="presOf" srcId="{EED5EF20-18A6-41AD-8800-D7BD42D1DA85}" destId="{3C82D27D-877B-4564-8862-4E6B0FC325CC}" srcOrd="0" destOrd="0" presId="urn:microsoft.com/office/officeart/2018/2/layout/IconVerticalSolidList"/>
    <dgm:cxn modelId="{9193B6D2-3814-417C-838C-9CE73A1D2349}" type="presOf" srcId="{17F4552C-8062-4FD3-8E1E-400AC1D88D15}" destId="{658421C8-5F8B-4F19-83ED-9438A47C33C8}" srcOrd="0" destOrd="0" presId="urn:microsoft.com/office/officeart/2018/2/layout/IconVerticalSolidList"/>
    <dgm:cxn modelId="{9DF881D9-9BAB-4F9C-9133-34E43827BAE0}" type="presOf" srcId="{6A557E62-4506-467C-81CC-84D5F3AC1313}" destId="{A544B67B-15B9-46D7-807F-D54D4FAA585F}" srcOrd="0" destOrd="0" presId="urn:microsoft.com/office/officeart/2018/2/layout/IconVerticalSolidList"/>
    <dgm:cxn modelId="{067AB273-14CD-47EE-8A62-F7DC4C55DAC1}" type="presParOf" srcId="{3C82D27D-877B-4564-8862-4E6B0FC325CC}" destId="{6C667E0C-6B0B-46D5-AB80-0D97F5CBA3DC}" srcOrd="0" destOrd="0" presId="urn:microsoft.com/office/officeart/2018/2/layout/IconVerticalSolidList"/>
    <dgm:cxn modelId="{A3EBBCF1-2822-4CE1-841B-AF9F5CC32945}" type="presParOf" srcId="{6C667E0C-6B0B-46D5-AB80-0D97F5CBA3DC}" destId="{25E2700E-B465-4E73-858C-ACC424BEA39A}" srcOrd="0" destOrd="0" presId="urn:microsoft.com/office/officeart/2018/2/layout/IconVerticalSolidList"/>
    <dgm:cxn modelId="{F5F70619-FF30-4CB5-BC05-8E5425E89AAE}" type="presParOf" srcId="{6C667E0C-6B0B-46D5-AB80-0D97F5CBA3DC}" destId="{5277D0F7-3DA8-477D-9CE8-EF0F2B50B3C6}" srcOrd="1" destOrd="0" presId="urn:microsoft.com/office/officeart/2018/2/layout/IconVerticalSolidList"/>
    <dgm:cxn modelId="{A65AAB33-FD55-447C-AD12-55730DF22E82}" type="presParOf" srcId="{6C667E0C-6B0B-46D5-AB80-0D97F5CBA3DC}" destId="{2FD28C82-F644-4BB8-9885-4ED9F4857948}" srcOrd="2" destOrd="0" presId="urn:microsoft.com/office/officeart/2018/2/layout/IconVerticalSolidList"/>
    <dgm:cxn modelId="{8C1CD9CE-4CA2-42B6-B08F-DF42BC749E75}" type="presParOf" srcId="{6C667E0C-6B0B-46D5-AB80-0D97F5CBA3DC}" destId="{A544B67B-15B9-46D7-807F-D54D4FAA585F}" srcOrd="3" destOrd="0" presId="urn:microsoft.com/office/officeart/2018/2/layout/IconVerticalSolidList"/>
    <dgm:cxn modelId="{8AF85399-AB51-4901-B30C-88370AABF7B8}" type="presParOf" srcId="{3C82D27D-877B-4564-8862-4E6B0FC325CC}" destId="{239FBE62-CC63-4E43-A06E-A10B62184E6F}" srcOrd="1" destOrd="0" presId="urn:microsoft.com/office/officeart/2018/2/layout/IconVerticalSolidList"/>
    <dgm:cxn modelId="{5383AE4B-0EA8-4E4F-B7BC-9008F74B0182}" type="presParOf" srcId="{3C82D27D-877B-4564-8862-4E6B0FC325CC}" destId="{B276B869-B077-4B7B-AE0E-4C8E62C11FD8}" srcOrd="2" destOrd="0" presId="urn:microsoft.com/office/officeart/2018/2/layout/IconVerticalSolidList"/>
    <dgm:cxn modelId="{93D5826A-C2E2-44B8-BF59-5473C7ADFF6C}" type="presParOf" srcId="{B276B869-B077-4B7B-AE0E-4C8E62C11FD8}" destId="{35A8E215-6395-40EB-939D-A5C344743097}" srcOrd="0" destOrd="0" presId="urn:microsoft.com/office/officeart/2018/2/layout/IconVerticalSolidList"/>
    <dgm:cxn modelId="{35885647-B256-4390-AFFD-04953A0DFF26}" type="presParOf" srcId="{B276B869-B077-4B7B-AE0E-4C8E62C11FD8}" destId="{A62ED82B-0427-484A-B91B-BC4B863A8B2D}" srcOrd="1" destOrd="0" presId="urn:microsoft.com/office/officeart/2018/2/layout/IconVerticalSolidList"/>
    <dgm:cxn modelId="{0C850265-85C2-4CB7-A0FF-BB7487CBAC4D}" type="presParOf" srcId="{B276B869-B077-4B7B-AE0E-4C8E62C11FD8}" destId="{6DB74FAF-A298-4E5D-B9F4-D7BAB4F0547B}" srcOrd="2" destOrd="0" presId="urn:microsoft.com/office/officeart/2018/2/layout/IconVerticalSolidList"/>
    <dgm:cxn modelId="{E110E91B-FF23-44A8-8197-76E0FE0ABE27}" type="presParOf" srcId="{B276B869-B077-4B7B-AE0E-4C8E62C11FD8}" destId="{658421C8-5F8B-4F19-83ED-9438A47C33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501C4E-32FF-49A7-BEDC-73108BD854B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84BC69-435F-4F25-B422-A16987B16D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Total rejected quantity during production.</a:t>
          </a:r>
        </a:p>
      </dgm:t>
    </dgm:pt>
    <dgm:pt modelId="{4C72FDDD-EC89-4B0C-92F6-DE12FED3E8A9}" type="parTrans" cxnId="{DD9AFFA7-C609-4F45-98DE-D8069BA404A4}">
      <dgm:prSet/>
      <dgm:spPr/>
      <dgm:t>
        <a:bodyPr/>
        <a:lstStyle/>
        <a:p>
          <a:endParaRPr lang="en-US"/>
        </a:p>
      </dgm:t>
    </dgm:pt>
    <dgm:pt modelId="{C52119D7-9456-43A4-90D4-7791FC080873}" type="sibTrans" cxnId="{DD9AFFA7-C609-4F45-98DE-D8069BA404A4}">
      <dgm:prSet/>
      <dgm:spPr/>
      <dgm:t>
        <a:bodyPr/>
        <a:lstStyle/>
        <a:p>
          <a:endParaRPr lang="en-US"/>
        </a:p>
      </dgm:t>
    </dgm:pt>
    <dgm:pt modelId="{0D832564-1B48-45DE-9413-878160A79E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Indicates areas of quality issues or production errors.</a:t>
          </a:r>
        </a:p>
      </dgm:t>
    </dgm:pt>
    <dgm:pt modelId="{1C6B76AF-C883-4615-8C7B-7CC658F21F77}" type="parTrans" cxnId="{8F96B93A-A4B9-4B97-AE1C-24056912EE0B}">
      <dgm:prSet/>
      <dgm:spPr/>
      <dgm:t>
        <a:bodyPr/>
        <a:lstStyle/>
        <a:p>
          <a:endParaRPr lang="en-US"/>
        </a:p>
      </dgm:t>
    </dgm:pt>
    <dgm:pt modelId="{486C9472-79E1-40BC-B5C9-EBC7AE6D96DC}" type="sibTrans" cxnId="{8F96B93A-A4B9-4B97-AE1C-24056912EE0B}">
      <dgm:prSet/>
      <dgm:spPr/>
      <dgm:t>
        <a:bodyPr/>
        <a:lstStyle/>
        <a:p>
          <a:endParaRPr lang="en-US"/>
        </a:p>
      </dgm:t>
    </dgm:pt>
    <dgm:pt modelId="{2FB085DE-E9FF-4A95-8698-A9A713AB8523}" type="pres">
      <dgm:prSet presAssocID="{DC501C4E-32FF-49A7-BEDC-73108BD854BF}" presName="root" presStyleCnt="0">
        <dgm:presLayoutVars>
          <dgm:dir/>
          <dgm:resizeHandles val="exact"/>
        </dgm:presLayoutVars>
      </dgm:prSet>
      <dgm:spPr/>
    </dgm:pt>
    <dgm:pt modelId="{99D08859-55A2-4C68-A985-052164093CA5}" type="pres">
      <dgm:prSet presAssocID="{7484BC69-435F-4F25-B422-A16987B16DE3}" presName="compNode" presStyleCnt="0"/>
      <dgm:spPr/>
    </dgm:pt>
    <dgm:pt modelId="{03EE1690-72DA-4BC1-8CAB-85322CADEDCE}" type="pres">
      <dgm:prSet presAssocID="{7484BC69-435F-4F25-B422-A16987B16DE3}" presName="bgRect" presStyleLbl="bgShp" presStyleIdx="0" presStyleCnt="2"/>
      <dgm:spPr/>
    </dgm:pt>
    <dgm:pt modelId="{B5917635-768F-4B3F-801F-A78D5F0644EE}" type="pres">
      <dgm:prSet presAssocID="{7484BC69-435F-4F25-B422-A16987B16D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36957EA8-D278-4B97-84FF-E6294EC84998}" type="pres">
      <dgm:prSet presAssocID="{7484BC69-435F-4F25-B422-A16987B16DE3}" presName="spaceRect" presStyleCnt="0"/>
      <dgm:spPr/>
    </dgm:pt>
    <dgm:pt modelId="{7E5AAA32-CA6D-43FD-B9C1-73251E2367A3}" type="pres">
      <dgm:prSet presAssocID="{7484BC69-435F-4F25-B422-A16987B16DE3}" presName="parTx" presStyleLbl="revTx" presStyleIdx="0" presStyleCnt="2">
        <dgm:presLayoutVars>
          <dgm:chMax val="0"/>
          <dgm:chPref val="0"/>
        </dgm:presLayoutVars>
      </dgm:prSet>
      <dgm:spPr/>
    </dgm:pt>
    <dgm:pt modelId="{1FF7F66F-D1F2-4D79-8926-3FC0B98C439E}" type="pres">
      <dgm:prSet presAssocID="{C52119D7-9456-43A4-90D4-7791FC080873}" presName="sibTrans" presStyleCnt="0"/>
      <dgm:spPr/>
    </dgm:pt>
    <dgm:pt modelId="{449C0DC4-C7E3-48AC-A015-B9C71BCE6787}" type="pres">
      <dgm:prSet presAssocID="{0D832564-1B48-45DE-9413-878160A79E61}" presName="compNode" presStyleCnt="0"/>
      <dgm:spPr/>
    </dgm:pt>
    <dgm:pt modelId="{A388F40A-AADC-4FF5-B54A-CB7F17BE8891}" type="pres">
      <dgm:prSet presAssocID="{0D832564-1B48-45DE-9413-878160A79E61}" presName="bgRect" presStyleLbl="bgShp" presStyleIdx="1" presStyleCnt="2"/>
      <dgm:spPr/>
    </dgm:pt>
    <dgm:pt modelId="{CBC24FD2-F914-436E-BB1C-585F8BB54B82}" type="pres">
      <dgm:prSet presAssocID="{0D832564-1B48-45DE-9413-878160A79E6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57C1176-470C-4FE2-B16B-7E691265143C}" type="pres">
      <dgm:prSet presAssocID="{0D832564-1B48-45DE-9413-878160A79E61}" presName="spaceRect" presStyleCnt="0"/>
      <dgm:spPr/>
    </dgm:pt>
    <dgm:pt modelId="{34F6ED81-0D86-48BD-ADDD-F09B45A13858}" type="pres">
      <dgm:prSet presAssocID="{0D832564-1B48-45DE-9413-878160A79E6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F4F810E-B9C1-4711-A8F4-00244A576F2B}" type="presOf" srcId="{0D832564-1B48-45DE-9413-878160A79E61}" destId="{34F6ED81-0D86-48BD-ADDD-F09B45A13858}" srcOrd="0" destOrd="0" presId="urn:microsoft.com/office/officeart/2018/2/layout/IconVerticalSolidList"/>
    <dgm:cxn modelId="{8F96B93A-A4B9-4B97-AE1C-24056912EE0B}" srcId="{DC501C4E-32FF-49A7-BEDC-73108BD854BF}" destId="{0D832564-1B48-45DE-9413-878160A79E61}" srcOrd="1" destOrd="0" parTransId="{1C6B76AF-C883-4615-8C7B-7CC658F21F77}" sibTransId="{486C9472-79E1-40BC-B5C9-EBC7AE6D96DC}"/>
    <dgm:cxn modelId="{01AC883E-23A0-4283-A920-56049BF8964B}" type="presOf" srcId="{DC501C4E-32FF-49A7-BEDC-73108BD854BF}" destId="{2FB085DE-E9FF-4A95-8698-A9A713AB8523}" srcOrd="0" destOrd="0" presId="urn:microsoft.com/office/officeart/2018/2/layout/IconVerticalSolidList"/>
    <dgm:cxn modelId="{C925614D-7223-43E6-97EB-1F98C33E62E4}" type="presOf" srcId="{7484BC69-435F-4F25-B422-A16987B16DE3}" destId="{7E5AAA32-CA6D-43FD-B9C1-73251E2367A3}" srcOrd="0" destOrd="0" presId="urn:microsoft.com/office/officeart/2018/2/layout/IconVerticalSolidList"/>
    <dgm:cxn modelId="{DD9AFFA7-C609-4F45-98DE-D8069BA404A4}" srcId="{DC501C4E-32FF-49A7-BEDC-73108BD854BF}" destId="{7484BC69-435F-4F25-B422-A16987B16DE3}" srcOrd="0" destOrd="0" parTransId="{4C72FDDD-EC89-4B0C-92F6-DE12FED3E8A9}" sibTransId="{C52119D7-9456-43A4-90D4-7791FC080873}"/>
    <dgm:cxn modelId="{72CE8ADC-1722-40C5-A96A-B4EC412AB8FE}" type="presParOf" srcId="{2FB085DE-E9FF-4A95-8698-A9A713AB8523}" destId="{99D08859-55A2-4C68-A985-052164093CA5}" srcOrd="0" destOrd="0" presId="urn:microsoft.com/office/officeart/2018/2/layout/IconVerticalSolidList"/>
    <dgm:cxn modelId="{77216866-937F-420C-8B01-D51209BBBFBD}" type="presParOf" srcId="{99D08859-55A2-4C68-A985-052164093CA5}" destId="{03EE1690-72DA-4BC1-8CAB-85322CADEDCE}" srcOrd="0" destOrd="0" presId="urn:microsoft.com/office/officeart/2018/2/layout/IconVerticalSolidList"/>
    <dgm:cxn modelId="{4223C607-1D8B-4FAC-8E1A-4AC1374A57C1}" type="presParOf" srcId="{99D08859-55A2-4C68-A985-052164093CA5}" destId="{B5917635-768F-4B3F-801F-A78D5F0644EE}" srcOrd="1" destOrd="0" presId="urn:microsoft.com/office/officeart/2018/2/layout/IconVerticalSolidList"/>
    <dgm:cxn modelId="{50DD68A7-33A7-4B98-86CE-0DB29A48F751}" type="presParOf" srcId="{99D08859-55A2-4C68-A985-052164093CA5}" destId="{36957EA8-D278-4B97-84FF-E6294EC84998}" srcOrd="2" destOrd="0" presId="urn:microsoft.com/office/officeart/2018/2/layout/IconVerticalSolidList"/>
    <dgm:cxn modelId="{97915B08-462C-4BBD-B2CE-62F9192EA1AC}" type="presParOf" srcId="{99D08859-55A2-4C68-A985-052164093CA5}" destId="{7E5AAA32-CA6D-43FD-B9C1-73251E2367A3}" srcOrd="3" destOrd="0" presId="urn:microsoft.com/office/officeart/2018/2/layout/IconVerticalSolidList"/>
    <dgm:cxn modelId="{40E8A204-C771-4F76-A96D-19AD7D9EC6B2}" type="presParOf" srcId="{2FB085DE-E9FF-4A95-8698-A9A713AB8523}" destId="{1FF7F66F-D1F2-4D79-8926-3FC0B98C439E}" srcOrd="1" destOrd="0" presId="urn:microsoft.com/office/officeart/2018/2/layout/IconVerticalSolidList"/>
    <dgm:cxn modelId="{E2FF52FE-0D98-4FF3-AC1A-1DD91F99CF86}" type="presParOf" srcId="{2FB085DE-E9FF-4A95-8698-A9A713AB8523}" destId="{449C0DC4-C7E3-48AC-A015-B9C71BCE6787}" srcOrd="2" destOrd="0" presId="urn:microsoft.com/office/officeart/2018/2/layout/IconVerticalSolidList"/>
    <dgm:cxn modelId="{F244208A-4E56-4B99-871D-82CFA529F541}" type="presParOf" srcId="{449C0DC4-C7E3-48AC-A015-B9C71BCE6787}" destId="{A388F40A-AADC-4FF5-B54A-CB7F17BE8891}" srcOrd="0" destOrd="0" presId="urn:microsoft.com/office/officeart/2018/2/layout/IconVerticalSolidList"/>
    <dgm:cxn modelId="{F007D9BB-583E-4B90-8089-13D78FCB15C8}" type="presParOf" srcId="{449C0DC4-C7E3-48AC-A015-B9C71BCE6787}" destId="{CBC24FD2-F914-436E-BB1C-585F8BB54B82}" srcOrd="1" destOrd="0" presId="urn:microsoft.com/office/officeart/2018/2/layout/IconVerticalSolidList"/>
    <dgm:cxn modelId="{DCE59B13-25DE-4D2F-A58E-4F5789B2D4E1}" type="presParOf" srcId="{449C0DC4-C7E3-48AC-A015-B9C71BCE6787}" destId="{A57C1176-470C-4FE2-B16B-7E691265143C}" srcOrd="2" destOrd="0" presId="urn:microsoft.com/office/officeart/2018/2/layout/IconVerticalSolidList"/>
    <dgm:cxn modelId="{E95478B9-0709-4341-95AB-80002E32A47A}" type="presParOf" srcId="{449C0DC4-C7E3-48AC-A015-B9C71BCE6787}" destId="{34F6ED81-0D86-48BD-ADDD-F09B45A138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38CCDF-D71E-4E9C-9962-4A5931BFCFC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2F1634-104A-4022-AB22-919395390C3F}">
      <dgm:prSet/>
      <dgm:spPr/>
      <dgm:t>
        <a:bodyPr/>
        <a:lstStyle/>
        <a:p>
          <a:r>
            <a:rPr lang="en-US"/>
            <a:t>Total processed quantity, possibly including both good and rejected units.</a:t>
          </a:r>
        </a:p>
      </dgm:t>
    </dgm:pt>
    <dgm:pt modelId="{312237C3-8131-44FA-B765-CF10D996BB4F}" type="parTrans" cxnId="{31C84661-7BCF-4931-911C-4AB336F6310E}">
      <dgm:prSet/>
      <dgm:spPr/>
      <dgm:t>
        <a:bodyPr/>
        <a:lstStyle/>
        <a:p>
          <a:endParaRPr lang="en-US"/>
        </a:p>
      </dgm:t>
    </dgm:pt>
    <dgm:pt modelId="{65BE6644-8F20-49A0-A8C7-350E11E88C0A}" type="sibTrans" cxnId="{31C84661-7BCF-4931-911C-4AB336F6310E}">
      <dgm:prSet/>
      <dgm:spPr/>
      <dgm:t>
        <a:bodyPr/>
        <a:lstStyle/>
        <a:p>
          <a:endParaRPr lang="en-US"/>
        </a:p>
      </dgm:t>
    </dgm:pt>
    <dgm:pt modelId="{A8F52DA1-25BA-4DF0-9F4B-221FAB089365}">
      <dgm:prSet/>
      <dgm:spPr/>
      <dgm:t>
        <a:bodyPr/>
        <a:lstStyle/>
        <a:p>
          <a:r>
            <a:rPr lang="en-US"/>
            <a:t>Shows throughput across the entire manufacturing cycle.</a:t>
          </a:r>
        </a:p>
      </dgm:t>
    </dgm:pt>
    <dgm:pt modelId="{80E5A276-CEF7-465B-9912-13F02964E9F0}" type="parTrans" cxnId="{CCF395F7-5385-4D07-8A03-4C18E8F0EF3E}">
      <dgm:prSet/>
      <dgm:spPr/>
      <dgm:t>
        <a:bodyPr/>
        <a:lstStyle/>
        <a:p>
          <a:endParaRPr lang="en-US"/>
        </a:p>
      </dgm:t>
    </dgm:pt>
    <dgm:pt modelId="{824621B8-7238-40AD-BB98-2957BB2834B0}" type="sibTrans" cxnId="{CCF395F7-5385-4D07-8A03-4C18E8F0EF3E}">
      <dgm:prSet/>
      <dgm:spPr/>
      <dgm:t>
        <a:bodyPr/>
        <a:lstStyle/>
        <a:p>
          <a:endParaRPr lang="en-US"/>
        </a:p>
      </dgm:t>
    </dgm:pt>
    <dgm:pt modelId="{38B15E6E-FDDB-4C19-ADC7-AF205FB25052}" type="pres">
      <dgm:prSet presAssocID="{8138CCDF-D71E-4E9C-9962-4A5931BFCFCD}" presName="linear" presStyleCnt="0">
        <dgm:presLayoutVars>
          <dgm:animLvl val="lvl"/>
          <dgm:resizeHandles val="exact"/>
        </dgm:presLayoutVars>
      </dgm:prSet>
      <dgm:spPr/>
    </dgm:pt>
    <dgm:pt modelId="{72469028-FA9E-4B58-AD7A-1B2DD1928F73}" type="pres">
      <dgm:prSet presAssocID="{C82F1634-104A-4022-AB22-919395390C3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308DB01-B4A4-4674-A371-A1B6D6354F8E}" type="pres">
      <dgm:prSet presAssocID="{65BE6644-8F20-49A0-A8C7-350E11E88C0A}" presName="spacer" presStyleCnt="0"/>
      <dgm:spPr/>
    </dgm:pt>
    <dgm:pt modelId="{BD7F39BC-4ABF-470C-A384-61A71083C557}" type="pres">
      <dgm:prSet presAssocID="{A8F52DA1-25BA-4DF0-9F4B-221FAB08936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1C84661-7BCF-4931-911C-4AB336F6310E}" srcId="{8138CCDF-D71E-4E9C-9962-4A5931BFCFCD}" destId="{C82F1634-104A-4022-AB22-919395390C3F}" srcOrd="0" destOrd="0" parTransId="{312237C3-8131-44FA-B765-CF10D996BB4F}" sibTransId="{65BE6644-8F20-49A0-A8C7-350E11E88C0A}"/>
    <dgm:cxn modelId="{161F0B6B-3A9C-4BB1-8402-61937D6A1BAD}" type="presOf" srcId="{C82F1634-104A-4022-AB22-919395390C3F}" destId="{72469028-FA9E-4B58-AD7A-1B2DD1928F73}" srcOrd="0" destOrd="0" presId="urn:microsoft.com/office/officeart/2005/8/layout/vList2"/>
    <dgm:cxn modelId="{98F741A1-3E1A-43E0-B201-F180E303F4CE}" type="presOf" srcId="{A8F52DA1-25BA-4DF0-9F4B-221FAB089365}" destId="{BD7F39BC-4ABF-470C-A384-61A71083C557}" srcOrd="0" destOrd="0" presId="urn:microsoft.com/office/officeart/2005/8/layout/vList2"/>
    <dgm:cxn modelId="{936107DF-E885-4D13-BBA4-B24E826BAA78}" type="presOf" srcId="{8138CCDF-D71E-4E9C-9962-4A5931BFCFCD}" destId="{38B15E6E-FDDB-4C19-ADC7-AF205FB25052}" srcOrd="0" destOrd="0" presId="urn:microsoft.com/office/officeart/2005/8/layout/vList2"/>
    <dgm:cxn modelId="{CCF395F7-5385-4D07-8A03-4C18E8F0EF3E}" srcId="{8138CCDF-D71E-4E9C-9962-4A5931BFCFCD}" destId="{A8F52DA1-25BA-4DF0-9F4B-221FAB089365}" srcOrd="1" destOrd="0" parTransId="{80E5A276-CEF7-465B-9912-13F02964E9F0}" sibTransId="{824621B8-7238-40AD-BB98-2957BB2834B0}"/>
    <dgm:cxn modelId="{F957103B-C675-497B-9CF9-67DD0393C6E2}" type="presParOf" srcId="{38B15E6E-FDDB-4C19-ADC7-AF205FB25052}" destId="{72469028-FA9E-4B58-AD7A-1B2DD1928F73}" srcOrd="0" destOrd="0" presId="urn:microsoft.com/office/officeart/2005/8/layout/vList2"/>
    <dgm:cxn modelId="{53820C23-A070-4E78-82FB-B3748D42FA3F}" type="presParOf" srcId="{38B15E6E-FDDB-4C19-ADC7-AF205FB25052}" destId="{7308DB01-B4A4-4674-A371-A1B6D6354F8E}" srcOrd="1" destOrd="0" presId="urn:microsoft.com/office/officeart/2005/8/layout/vList2"/>
    <dgm:cxn modelId="{D3A16599-C207-440E-AE1B-281AAA9496CA}" type="presParOf" srcId="{38B15E6E-FDDB-4C19-ADC7-AF205FB25052}" destId="{BD7F39BC-4ABF-470C-A384-61A71083C5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606148-C70D-4FDA-BA60-3E727BF4031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5501-47A7-4425-91D2-7EA8790AFD2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Total wastage percentage.</a:t>
          </a:r>
          <a:endParaRPr lang="en-US"/>
        </a:p>
      </dgm:t>
    </dgm:pt>
    <dgm:pt modelId="{9AD0350A-940F-46D4-BDD8-E763EC9B4C24}" type="parTrans" cxnId="{4C68C85F-4045-4117-8610-4A34573B63FD}">
      <dgm:prSet/>
      <dgm:spPr/>
      <dgm:t>
        <a:bodyPr/>
        <a:lstStyle/>
        <a:p>
          <a:endParaRPr lang="en-US"/>
        </a:p>
      </dgm:t>
    </dgm:pt>
    <dgm:pt modelId="{0F2A7F90-594D-4903-A122-3480C63641AA}" type="sibTrans" cxnId="{4C68C85F-4045-4117-8610-4A34573B63FD}">
      <dgm:prSet/>
      <dgm:spPr/>
      <dgm:t>
        <a:bodyPr/>
        <a:lstStyle/>
        <a:p>
          <a:endParaRPr lang="en-US"/>
        </a:p>
      </dgm:t>
    </dgm:pt>
    <dgm:pt modelId="{AEEA88FF-0B2E-4824-AE04-CBB5EB6C8E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critical efficiency metric. A wastage of 0.8% is relatively low and suggests efficient material usage.</a:t>
          </a:r>
        </a:p>
      </dgm:t>
    </dgm:pt>
    <dgm:pt modelId="{355035BF-2BB7-476E-8C83-12696E4B8CB9}" type="parTrans" cxnId="{487D14A7-3E08-485E-B0A4-36DBFE0B749A}">
      <dgm:prSet/>
      <dgm:spPr/>
      <dgm:t>
        <a:bodyPr/>
        <a:lstStyle/>
        <a:p>
          <a:endParaRPr lang="en-US"/>
        </a:p>
      </dgm:t>
    </dgm:pt>
    <dgm:pt modelId="{78A88915-CFD5-4E06-A11E-FC76C2282FAA}" type="sibTrans" cxnId="{487D14A7-3E08-485E-B0A4-36DBFE0B749A}">
      <dgm:prSet/>
      <dgm:spPr/>
      <dgm:t>
        <a:bodyPr/>
        <a:lstStyle/>
        <a:p>
          <a:endParaRPr lang="en-US"/>
        </a:p>
      </dgm:t>
    </dgm:pt>
    <dgm:pt modelId="{0BC47287-3892-4E6B-A798-538B9C8D46BE}" type="pres">
      <dgm:prSet presAssocID="{D1606148-C70D-4FDA-BA60-3E727BF4031C}" presName="root" presStyleCnt="0">
        <dgm:presLayoutVars>
          <dgm:dir/>
          <dgm:resizeHandles val="exact"/>
        </dgm:presLayoutVars>
      </dgm:prSet>
      <dgm:spPr/>
    </dgm:pt>
    <dgm:pt modelId="{EF0E9BDF-734A-4583-9667-320CB9529230}" type="pres">
      <dgm:prSet presAssocID="{68575501-47A7-4425-91D2-7EA8790AFD2D}" presName="compNode" presStyleCnt="0"/>
      <dgm:spPr/>
    </dgm:pt>
    <dgm:pt modelId="{63B30561-CC3E-46C8-B55C-56BBC95F3175}" type="pres">
      <dgm:prSet presAssocID="{68575501-47A7-4425-91D2-7EA8790AFD2D}" presName="bgRect" presStyleLbl="bgShp" presStyleIdx="0" presStyleCnt="2"/>
      <dgm:spPr/>
    </dgm:pt>
    <dgm:pt modelId="{C8EB6618-A2DD-4818-BB1E-0E2A5AFA9E06}" type="pres">
      <dgm:prSet presAssocID="{68575501-47A7-4425-91D2-7EA8790AFD2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610985ED-753D-443E-AE03-4FD4C81B8377}" type="pres">
      <dgm:prSet presAssocID="{68575501-47A7-4425-91D2-7EA8790AFD2D}" presName="spaceRect" presStyleCnt="0"/>
      <dgm:spPr/>
    </dgm:pt>
    <dgm:pt modelId="{D298CBAA-9061-4A41-8FD8-19A2E1FC92FF}" type="pres">
      <dgm:prSet presAssocID="{68575501-47A7-4425-91D2-7EA8790AFD2D}" presName="parTx" presStyleLbl="revTx" presStyleIdx="0" presStyleCnt="2">
        <dgm:presLayoutVars>
          <dgm:chMax val="0"/>
          <dgm:chPref val="0"/>
        </dgm:presLayoutVars>
      </dgm:prSet>
      <dgm:spPr/>
    </dgm:pt>
    <dgm:pt modelId="{F0546B43-D9F9-4E7C-9CFA-39614561E234}" type="pres">
      <dgm:prSet presAssocID="{0F2A7F90-594D-4903-A122-3480C63641AA}" presName="sibTrans" presStyleCnt="0"/>
      <dgm:spPr/>
    </dgm:pt>
    <dgm:pt modelId="{2D44B3AB-2275-46F4-8673-65CAF01E7B7E}" type="pres">
      <dgm:prSet presAssocID="{AEEA88FF-0B2E-4824-AE04-CBB5EB6C8EF7}" presName="compNode" presStyleCnt="0"/>
      <dgm:spPr/>
    </dgm:pt>
    <dgm:pt modelId="{E5BE87ED-8994-4458-B90D-6CA7DA598D4B}" type="pres">
      <dgm:prSet presAssocID="{AEEA88FF-0B2E-4824-AE04-CBB5EB6C8EF7}" presName="bgRect" presStyleLbl="bgShp" presStyleIdx="1" presStyleCnt="2"/>
      <dgm:spPr/>
    </dgm:pt>
    <dgm:pt modelId="{55FDAD9D-DC9B-4157-B58A-7A09ED7DD87D}" type="pres">
      <dgm:prSet presAssocID="{AEEA88FF-0B2E-4824-AE04-CBB5EB6C8EF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F87E2401-EA73-4E7A-B612-4D3BF5CDA5E8}" type="pres">
      <dgm:prSet presAssocID="{AEEA88FF-0B2E-4824-AE04-CBB5EB6C8EF7}" presName="spaceRect" presStyleCnt="0"/>
      <dgm:spPr/>
    </dgm:pt>
    <dgm:pt modelId="{EAF99C7B-84C3-4FC1-A4D7-5EA85C2DAA50}" type="pres">
      <dgm:prSet presAssocID="{AEEA88FF-0B2E-4824-AE04-CBB5EB6C8EF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3E7451E-0E24-4AE4-8995-7C152B133233}" type="presOf" srcId="{AEEA88FF-0B2E-4824-AE04-CBB5EB6C8EF7}" destId="{EAF99C7B-84C3-4FC1-A4D7-5EA85C2DAA50}" srcOrd="0" destOrd="0" presId="urn:microsoft.com/office/officeart/2018/2/layout/IconVerticalSolidList"/>
    <dgm:cxn modelId="{4C68C85F-4045-4117-8610-4A34573B63FD}" srcId="{D1606148-C70D-4FDA-BA60-3E727BF4031C}" destId="{68575501-47A7-4425-91D2-7EA8790AFD2D}" srcOrd="0" destOrd="0" parTransId="{9AD0350A-940F-46D4-BDD8-E763EC9B4C24}" sibTransId="{0F2A7F90-594D-4903-A122-3480C63641AA}"/>
    <dgm:cxn modelId="{AF250545-3CFF-47A5-B2EE-18F72AEAC52E}" type="presOf" srcId="{68575501-47A7-4425-91D2-7EA8790AFD2D}" destId="{D298CBAA-9061-4A41-8FD8-19A2E1FC92FF}" srcOrd="0" destOrd="0" presId="urn:microsoft.com/office/officeart/2018/2/layout/IconVerticalSolidList"/>
    <dgm:cxn modelId="{40BA348C-DD79-46D0-8B06-309F30BCDB3A}" type="presOf" srcId="{D1606148-C70D-4FDA-BA60-3E727BF4031C}" destId="{0BC47287-3892-4E6B-A798-538B9C8D46BE}" srcOrd="0" destOrd="0" presId="urn:microsoft.com/office/officeart/2018/2/layout/IconVerticalSolidList"/>
    <dgm:cxn modelId="{487D14A7-3E08-485E-B0A4-36DBFE0B749A}" srcId="{D1606148-C70D-4FDA-BA60-3E727BF4031C}" destId="{AEEA88FF-0B2E-4824-AE04-CBB5EB6C8EF7}" srcOrd="1" destOrd="0" parTransId="{355035BF-2BB7-476E-8C83-12696E4B8CB9}" sibTransId="{78A88915-CFD5-4E06-A11E-FC76C2282FAA}"/>
    <dgm:cxn modelId="{6B34A18E-BCAE-4F91-AB7D-E0851E8A9FE1}" type="presParOf" srcId="{0BC47287-3892-4E6B-A798-538B9C8D46BE}" destId="{EF0E9BDF-734A-4583-9667-320CB9529230}" srcOrd="0" destOrd="0" presId="urn:microsoft.com/office/officeart/2018/2/layout/IconVerticalSolidList"/>
    <dgm:cxn modelId="{E7C4E0B8-7C90-4F61-96B4-88E4E78DFC4B}" type="presParOf" srcId="{EF0E9BDF-734A-4583-9667-320CB9529230}" destId="{63B30561-CC3E-46C8-B55C-56BBC95F3175}" srcOrd="0" destOrd="0" presId="urn:microsoft.com/office/officeart/2018/2/layout/IconVerticalSolidList"/>
    <dgm:cxn modelId="{D7F77F69-1DCD-4613-881D-FA9E4ECFFDC0}" type="presParOf" srcId="{EF0E9BDF-734A-4583-9667-320CB9529230}" destId="{C8EB6618-A2DD-4818-BB1E-0E2A5AFA9E06}" srcOrd="1" destOrd="0" presId="urn:microsoft.com/office/officeart/2018/2/layout/IconVerticalSolidList"/>
    <dgm:cxn modelId="{06DF6F19-2E8A-4CA2-A12C-16AA95FC3EF9}" type="presParOf" srcId="{EF0E9BDF-734A-4583-9667-320CB9529230}" destId="{610985ED-753D-443E-AE03-4FD4C81B8377}" srcOrd="2" destOrd="0" presId="urn:microsoft.com/office/officeart/2018/2/layout/IconVerticalSolidList"/>
    <dgm:cxn modelId="{AAC7059D-10AB-4BD1-9475-A4EAAC766075}" type="presParOf" srcId="{EF0E9BDF-734A-4583-9667-320CB9529230}" destId="{D298CBAA-9061-4A41-8FD8-19A2E1FC92FF}" srcOrd="3" destOrd="0" presId="urn:microsoft.com/office/officeart/2018/2/layout/IconVerticalSolidList"/>
    <dgm:cxn modelId="{9267D818-C5FC-405A-8880-5EAAD9FF0C38}" type="presParOf" srcId="{0BC47287-3892-4E6B-A798-538B9C8D46BE}" destId="{F0546B43-D9F9-4E7C-9CFA-39614561E234}" srcOrd="1" destOrd="0" presId="urn:microsoft.com/office/officeart/2018/2/layout/IconVerticalSolidList"/>
    <dgm:cxn modelId="{01B73952-B87D-4800-8C05-16AAF84493EA}" type="presParOf" srcId="{0BC47287-3892-4E6B-A798-538B9C8D46BE}" destId="{2D44B3AB-2275-46F4-8673-65CAF01E7B7E}" srcOrd="2" destOrd="0" presId="urn:microsoft.com/office/officeart/2018/2/layout/IconVerticalSolidList"/>
    <dgm:cxn modelId="{AF90F1A9-CC24-403D-ACC5-D24301E1B25D}" type="presParOf" srcId="{2D44B3AB-2275-46F4-8673-65CAF01E7B7E}" destId="{E5BE87ED-8994-4458-B90D-6CA7DA598D4B}" srcOrd="0" destOrd="0" presId="urn:microsoft.com/office/officeart/2018/2/layout/IconVerticalSolidList"/>
    <dgm:cxn modelId="{47A1B81D-BBE4-4199-863B-6141B7245B6D}" type="presParOf" srcId="{2D44B3AB-2275-46F4-8673-65CAF01E7B7E}" destId="{55FDAD9D-DC9B-4157-B58A-7A09ED7DD87D}" srcOrd="1" destOrd="0" presId="urn:microsoft.com/office/officeart/2018/2/layout/IconVerticalSolidList"/>
    <dgm:cxn modelId="{347B28AD-DBF7-485D-94FD-5207BD82488B}" type="presParOf" srcId="{2D44B3AB-2275-46F4-8673-65CAF01E7B7E}" destId="{F87E2401-EA73-4E7A-B612-4D3BF5CDA5E8}" srcOrd="2" destOrd="0" presId="urn:microsoft.com/office/officeart/2018/2/layout/IconVerticalSolidList"/>
    <dgm:cxn modelId="{EFC6BFE4-2576-497E-AD9B-5944957E0A15}" type="presParOf" srcId="{2D44B3AB-2275-46F4-8673-65CAF01E7B7E}" destId="{EAF99C7B-84C3-4FC1-A4D7-5EA85C2DAA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6E4EBF-9FB6-42AE-92FF-3F541D8E045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3E471F-293A-4A78-B6DC-A450C941E1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Displays monthly production trends by department.</a:t>
          </a:r>
        </a:p>
      </dgm:t>
    </dgm:pt>
    <dgm:pt modelId="{4ECBA936-8564-4A34-85FD-C3B6683A9452}" type="parTrans" cxnId="{E50978EC-4270-4047-ABAC-FB3B977170F6}">
      <dgm:prSet/>
      <dgm:spPr/>
      <dgm:t>
        <a:bodyPr/>
        <a:lstStyle/>
        <a:p>
          <a:endParaRPr lang="en-US"/>
        </a:p>
      </dgm:t>
    </dgm:pt>
    <dgm:pt modelId="{172E6D26-BC1A-4A34-B8EA-80F148ECBB1A}" type="sibTrans" cxnId="{E50978EC-4270-4047-ABAC-FB3B977170F6}">
      <dgm:prSet/>
      <dgm:spPr/>
      <dgm:t>
        <a:bodyPr/>
        <a:lstStyle/>
        <a:p>
          <a:endParaRPr lang="en-US"/>
        </a:p>
      </dgm:t>
    </dgm:pt>
    <dgm:pt modelId="{9AFD13A5-7789-48C8-A921-B58F8AD51C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Peak: 5.25M (early in the period)</a:t>
          </a:r>
        </a:p>
      </dgm:t>
    </dgm:pt>
    <dgm:pt modelId="{38ED14DF-3C23-4A9E-88EF-1BCBAA63DA36}" type="parTrans" cxnId="{276BB516-66FE-4CC9-BD93-D25E549E6C83}">
      <dgm:prSet/>
      <dgm:spPr/>
      <dgm:t>
        <a:bodyPr/>
        <a:lstStyle/>
        <a:p>
          <a:endParaRPr lang="en-US"/>
        </a:p>
      </dgm:t>
    </dgm:pt>
    <dgm:pt modelId="{FD18E564-3EBA-4E0D-8842-D9B308E16172}" type="sibTrans" cxnId="{276BB516-66FE-4CC9-BD93-D25E549E6C83}">
      <dgm:prSet/>
      <dgm:spPr/>
      <dgm:t>
        <a:bodyPr/>
        <a:lstStyle/>
        <a:p>
          <a:endParaRPr lang="en-US"/>
        </a:p>
      </dgm:t>
    </dgm:pt>
    <dgm:pt modelId="{5B2C37C1-934D-46A2-96BE-ADEA74B1EE9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Low: 4.80M</a:t>
          </a:r>
          <a:endParaRPr lang="en-US"/>
        </a:p>
      </dgm:t>
    </dgm:pt>
    <dgm:pt modelId="{27CF20DE-FE87-45EC-A8EF-EE0F347E197F}" type="parTrans" cxnId="{FB31185C-2042-4B2D-B1C2-AB11E7467098}">
      <dgm:prSet/>
      <dgm:spPr/>
      <dgm:t>
        <a:bodyPr/>
        <a:lstStyle/>
        <a:p>
          <a:endParaRPr lang="en-US"/>
        </a:p>
      </dgm:t>
    </dgm:pt>
    <dgm:pt modelId="{16A753E5-CF6B-4206-A774-26198CB43DE5}" type="sibTrans" cxnId="{FB31185C-2042-4B2D-B1C2-AB11E7467098}">
      <dgm:prSet/>
      <dgm:spPr/>
      <dgm:t>
        <a:bodyPr/>
        <a:lstStyle/>
        <a:p>
          <a:endParaRPr lang="en-US"/>
        </a:p>
      </dgm:t>
    </dgm:pt>
    <dgm:pt modelId="{9B51C41C-30C7-4FC6-888A-A2CF03EB95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Shows fluctuations in output, indicating inconsistencies that may need process optimization.</a:t>
          </a:r>
        </a:p>
      </dgm:t>
    </dgm:pt>
    <dgm:pt modelId="{1E90B0B7-7693-4C9F-9B74-FED880C528F5}" type="parTrans" cxnId="{491B730C-0043-445B-B615-5D9ACA08889B}">
      <dgm:prSet/>
      <dgm:spPr/>
      <dgm:t>
        <a:bodyPr/>
        <a:lstStyle/>
        <a:p>
          <a:endParaRPr lang="en-US"/>
        </a:p>
      </dgm:t>
    </dgm:pt>
    <dgm:pt modelId="{3F0B02B7-0636-4A93-B77A-F037CFC252F9}" type="sibTrans" cxnId="{491B730C-0043-445B-B615-5D9ACA08889B}">
      <dgm:prSet/>
      <dgm:spPr/>
      <dgm:t>
        <a:bodyPr/>
        <a:lstStyle/>
        <a:p>
          <a:endParaRPr lang="en-US"/>
        </a:p>
      </dgm:t>
    </dgm:pt>
    <dgm:pt modelId="{225108EA-924B-4A8E-968E-8921D34E7D81}" type="pres">
      <dgm:prSet presAssocID="{FC6E4EBF-9FB6-42AE-92FF-3F541D8E045B}" presName="root" presStyleCnt="0">
        <dgm:presLayoutVars>
          <dgm:dir/>
          <dgm:resizeHandles val="exact"/>
        </dgm:presLayoutVars>
      </dgm:prSet>
      <dgm:spPr/>
    </dgm:pt>
    <dgm:pt modelId="{46357411-B2F2-45C5-954C-B6959BBCF79D}" type="pres">
      <dgm:prSet presAssocID="{633E471F-293A-4A78-B6DC-A450C941E19B}" presName="compNode" presStyleCnt="0"/>
      <dgm:spPr/>
    </dgm:pt>
    <dgm:pt modelId="{8C0BB357-BC0B-49DC-A848-03791871237C}" type="pres">
      <dgm:prSet presAssocID="{633E471F-293A-4A78-B6DC-A450C941E19B}" presName="bgRect" presStyleLbl="bgShp" presStyleIdx="0" presStyleCnt="4"/>
      <dgm:spPr/>
    </dgm:pt>
    <dgm:pt modelId="{C044CEDF-0EE1-4EA9-82DC-24152D9E8831}" type="pres">
      <dgm:prSet presAssocID="{633E471F-293A-4A78-B6DC-A450C941E1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B2B2195E-F983-4E4A-BE02-46928DB2DE2E}" type="pres">
      <dgm:prSet presAssocID="{633E471F-293A-4A78-B6DC-A450C941E19B}" presName="spaceRect" presStyleCnt="0"/>
      <dgm:spPr/>
    </dgm:pt>
    <dgm:pt modelId="{576EE060-0DB9-4A8A-ABF9-94E89BCCF07F}" type="pres">
      <dgm:prSet presAssocID="{633E471F-293A-4A78-B6DC-A450C941E19B}" presName="parTx" presStyleLbl="revTx" presStyleIdx="0" presStyleCnt="4">
        <dgm:presLayoutVars>
          <dgm:chMax val="0"/>
          <dgm:chPref val="0"/>
        </dgm:presLayoutVars>
      </dgm:prSet>
      <dgm:spPr/>
    </dgm:pt>
    <dgm:pt modelId="{3D4D30CC-216C-4CFF-BD6A-CC3514841BBC}" type="pres">
      <dgm:prSet presAssocID="{172E6D26-BC1A-4A34-B8EA-80F148ECBB1A}" presName="sibTrans" presStyleCnt="0"/>
      <dgm:spPr/>
    </dgm:pt>
    <dgm:pt modelId="{9401631F-218B-4285-9208-231376491A78}" type="pres">
      <dgm:prSet presAssocID="{9AFD13A5-7789-48C8-A921-B58F8AD51C90}" presName="compNode" presStyleCnt="0"/>
      <dgm:spPr/>
    </dgm:pt>
    <dgm:pt modelId="{A8DD25F3-C234-4AA2-B2D3-890C513AFB3E}" type="pres">
      <dgm:prSet presAssocID="{9AFD13A5-7789-48C8-A921-B58F8AD51C90}" presName="bgRect" presStyleLbl="bgShp" presStyleIdx="1" presStyleCnt="4"/>
      <dgm:spPr/>
    </dgm:pt>
    <dgm:pt modelId="{30390D31-F345-4CE7-8896-B0725C8D33C8}" type="pres">
      <dgm:prSet presAssocID="{9AFD13A5-7789-48C8-A921-B58F8AD51C9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untains"/>
        </a:ext>
      </dgm:extLst>
    </dgm:pt>
    <dgm:pt modelId="{09AF6B79-FFC7-4097-8465-9BB835C4731E}" type="pres">
      <dgm:prSet presAssocID="{9AFD13A5-7789-48C8-A921-B58F8AD51C90}" presName="spaceRect" presStyleCnt="0"/>
      <dgm:spPr/>
    </dgm:pt>
    <dgm:pt modelId="{7B77A282-CA88-4003-9BEE-250D4D70176C}" type="pres">
      <dgm:prSet presAssocID="{9AFD13A5-7789-48C8-A921-B58F8AD51C90}" presName="parTx" presStyleLbl="revTx" presStyleIdx="1" presStyleCnt="4">
        <dgm:presLayoutVars>
          <dgm:chMax val="0"/>
          <dgm:chPref val="0"/>
        </dgm:presLayoutVars>
      </dgm:prSet>
      <dgm:spPr/>
    </dgm:pt>
    <dgm:pt modelId="{A5473F2E-0A8E-4771-9205-AC01688E096B}" type="pres">
      <dgm:prSet presAssocID="{FD18E564-3EBA-4E0D-8842-D9B308E16172}" presName="sibTrans" presStyleCnt="0"/>
      <dgm:spPr/>
    </dgm:pt>
    <dgm:pt modelId="{1E9CFFFE-A757-471D-AA0C-BC28E1810B2E}" type="pres">
      <dgm:prSet presAssocID="{5B2C37C1-934D-46A2-96BE-ADEA74B1EE99}" presName="compNode" presStyleCnt="0"/>
      <dgm:spPr/>
    </dgm:pt>
    <dgm:pt modelId="{D1494A6E-9621-463D-935E-C6C5A92FF4C9}" type="pres">
      <dgm:prSet presAssocID="{5B2C37C1-934D-46A2-96BE-ADEA74B1EE99}" presName="bgRect" presStyleLbl="bgShp" presStyleIdx="2" presStyleCnt="4"/>
      <dgm:spPr/>
    </dgm:pt>
    <dgm:pt modelId="{5CEC915C-27FF-40F2-BB1D-9C3493D71B31}" type="pres">
      <dgm:prSet presAssocID="{5B2C37C1-934D-46A2-96BE-ADEA74B1EE9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D3C7DF72-6056-417E-89E8-281288522631}" type="pres">
      <dgm:prSet presAssocID="{5B2C37C1-934D-46A2-96BE-ADEA74B1EE99}" presName="spaceRect" presStyleCnt="0"/>
      <dgm:spPr/>
    </dgm:pt>
    <dgm:pt modelId="{9B0B16B1-41D1-4D08-B57A-EF07C7646AA0}" type="pres">
      <dgm:prSet presAssocID="{5B2C37C1-934D-46A2-96BE-ADEA74B1EE99}" presName="parTx" presStyleLbl="revTx" presStyleIdx="2" presStyleCnt="4">
        <dgm:presLayoutVars>
          <dgm:chMax val="0"/>
          <dgm:chPref val="0"/>
        </dgm:presLayoutVars>
      </dgm:prSet>
      <dgm:spPr/>
    </dgm:pt>
    <dgm:pt modelId="{AFC72294-3D7B-4EB3-BED0-797547B39A42}" type="pres">
      <dgm:prSet presAssocID="{16A753E5-CF6B-4206-A774-26198CB43DE5}" presName="sibTrans" presStyleCnt="0"/>
      <dgm:spPr/>
    </dgm:pt>
    <dgm:pt modelId="{B68BC6C2-87EE-40A8-9C4F-169A16F3ABE0}" type="pres">
      <dgm:prSet presAssocID="{9B51C41C-30C7-4FC6-888A-A2CF03EB9584}" presName="compNode" presStyleCnt="0"/>
      <dgm:spPr/>
    </dgm:pt>
    <dgm:pt modelId="{F7F8E3F6-8489-4937-90FF-733F2547A1EA}" type="pres">
      <dgm:prSet presAssocID="{9B51C41C-30C7-4FC6-888A-A2CF03EB9584}" presName="bgRect" presStyleLbl="bgShp" presStyleIdx="3" presStyleCnt="4"/>
      <dgm:spPr/>
    </dgm:pt>
    <dgm:pt modelId="{70CA7E0C-C035-45C1-884B-A7791E00A747}" type="pres">
      <dgm:prSet presAssocID="{9B51C41C-30C7-4FC6-888A-A2CF03EB958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30B047E4-BAEB-4A1D-B978-330CFDED807F}" type="pres">
      <dgm:prSet presAssocID="{9B51C41C-30C7-4FC6-888A-A2CF03EB9584}" presName="spaceRect" presStyleCnt="0"/>
      <dgm:spPr/>
    </dgm:pt>
    <dgm:pt modelId="{A4BB4A38-5258-4212-AC2D-3680437509E8}" type="pres">
      <dgm:prSet presAssocID="{9B51C41C-30C7-4FC6-888A-A2CF03EB958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91B730C-0043-445B-B615-5D9ACA08889B}" srcId="{FC6E4EBF-9FB6-42AE-92FF-3F541D8E045B}" destId="{9B51C41C-30C7-4FC6-888A-A2CF03EB9584}" srcOrd="3" destOrd="0" parTransId="{1E90B0B7-7693-4C9F-9B74-FED880C528F5}" sibTransId="{3F0B02B7-0636-4A93-B77A-F037CFC252F9}"/>
    <dgm:cxn modelId="{276BB516-66FE-4CC9-BD93-D25E549E6C83}" srcId="{FC6E4EBF-9FB6-42AE-92FF-3F541D8E045B}" destId="{9AFD13A5-7789-48C8-A921-B58F8AD51C90}" srcOrd="1" destOrd="0" parTransId="{38ED14DF-3C23-4A9E-88EF-1BCBAA63DA36}" sibTransId="{FD18E564-3EBA-4E0D-8842-D9B308E16172}"/>
    <dgm:cxn modelId="{F1A2BD38-F7DD-482A-B0E5-0D1DAF16FDF0}" type="presOf" srcId="{633E471F-293A-4A78-B6DC-A450C941E19B}" destId="{576EE060-0DB9-4A8A-ABF9-94E89BCCF07F}" srcOrd="0" destOrd="0" presId="urn:microsoft.com/office/officeart/2018/2/layout/IconVerticalSolidList"/>
    <dgm:cxn modelId="{FB31185C-2042-4B2D-B1C2-AB11E7467098}" srcId="{FC6E4EBF-9FB6-42AE-92FF-3F541D8E045B}" destId="{5B2C37C1-934D-46A2-96BE-ADEA74B1EE99}" srcOrd="2" destOrd="0" parTransId="{27CF20DE-FE87-45EC-A8EF-EE0F347E197F}" sibTransId="{16A753E5-CF6B-4206-A774-26198CB43DE5}"/>
    <dgm:cxn modelId="{64DE3260-43A6-45B9-AE69-913A8CB8D7FA}" type="presOf" srcId="{FC6E4EBF-9FB6-42AE-92FF-3F541D8E045B}" destId="{225108EA-924B-4A8E-968E-8921D34E7D81}" srcOrd="0" destOrd="0" presId="urn:microsoft.com/office/officeart/2018/2/layout/IconVerticalSolidList"/>
    <dgm:cxn modelId="{57F34A89-7C73-4EA6-9DBB-1A04004685B4}" type="presOf" srcId="{9AFD13A5-7789-48C8-A921-B58F8AD51C90}" destId="{7B77A282-CA88-4003-9BEE-250D4D70176C}" srcOrd="0" destOrd="0" presId="urn:microsoft.com/office/officeart/2018/2/layout/IconVerticalSolidList"/>
    <dgm:cxn modelId="{1AECA0CF-1059-4801-B4C3-9DD07763A7DF}" type="presOf" srcId="{9B51C41C-30C7-4FC6-888A-A2CF03EB9584}" destId="{A4BB4A38-5258-4212-AC2D-3680437509E8}" srcOrd="0" destOrd="0" presId="urn:microsoft.com/office/officeart/2018/2/layout/IconVerticalSolidList"/>
    <dgm:cxn modelId="{DEAA36DD-AE0E-43A6-A20C-C64E687EDF60}" type="presOf" srcId="{5B2C37C1-934D-46A2-96BE-ADEA74B1EE99}" destId="{9B0B16B1-41D1-4D08-B57A-EF07C7646AA0}" srcOrd="0" destOrd="0" presId="urn:microsoft.com/office/officeart/2018/2/layout/IconVerticalSolidList"/>
    <dgm:cxn modelId="{E50978EC-4270-4047-ABAC-FB3B977170F6}" srcId="{FC6E4EBF-9FB6-42AE-92FF-3F541D8E045B}" destId="{633E471F-293A-4A78-B6DC-A450C941E19B}" srcOrd="0" destOrd="0" parTransId="{4ECBA936-8564-4A34-85FD-C3B6683A9452}" sibTransId="{172E6D26-BC1A-4A34-B8EA-80F148ECBB1A}"/>
    <dgm:cxn modelId="{92129BCD-8319-4DAC-ABA7-A9501BA20D9A}" type="presParOf" srcId="{225108EA-924B-4A8E-968E-8921D34E7D81}" destId="{46357411-B2F2-45C5-954C-B6959BBCF79D}" srcOrd="0" destOrd="0" presId="urn:microsoft.com/office/officeart/2018/2/layout/IconVerticalSolidList"/>
    <dgm:cxn modelId="{2D53F6D2-0437-47C0-9831-F7778A728335}" type="presParOf" srcId="{46357411-B2F2-45C5-954C-B6959BBCF79D}" destId="{8C0BB357-BC0B-49DC-A848-03791871237C}" srcOrd="0" destOrd="0" presId="urn:microsoft.com/office/officeart/2018/2/layout/IconVerticalSolidList"/>
    <dgm:cxn modelId="{547F790B-B306-40B3-B35E-D4F6EAF87534}" type="presParOf" srcId="{46357411-B2F2-45C5-954C-B6959BBCF79D}" destId="{C044CEDF-0EE1-4EA9-82DC-24152D9E8831}" srcOrd="1" destOrd="0" presId="urn:microsoft.com/office/officeart/2018/2/layout/IconVerticalSolidList"/>
    <dgm:cxn modelId="{97054531-7942-4A62-993C-E15FBDB13CB6}" type="presParOf" srcId="{46357411-B2F2-45C5-954C-B6959BBCF79D}" destId="{B2B2195E-F983-4E4A-BE02-46928DB2DE2E}" srcOrd="2" destOrd="0" presId="urn:microsoft.com/office/officeart/2018/2/layout/IconVerticalSolidList"/>
    <dgm:cxn modelId="{31879641-7269-4066-A8A1-C9EB45DCAEE4}" type="presParOf" srcId="{46357411-B2F2-45C5-954C-B6959BBCF79D}" destId="{576EE060-0DB9-4A8A-ABF9-94E89BCCF07F}" srcOrd="3" destOrd="0" presId="urn:microsoft.com/office/officeart/2018/2/layout/IconVerticalSolidList"/>
    <dgm:cxn modelId="{52C9CA66-1837-4C1B-96F7-2B38BA4ECD31}" type="presParOf" srcId="{225108EA-924B-4A8E-968E-8921D34E7D81}" destId="{3D4D30CC-216C-4CFF-BD6A-CC3514841BBC}" srcOrd="1" destOrd="0" presId="urn:microsoft.com/office/officeart/2018/2/layout/IconVerticalSolidList"/>
    <dgm:cxn modelId="{A1F2D44D-0C28-4EE0-A1E2-79BCDB232D48}" type="presParOf" srcId="{225108EA-924B-4A8E-968E-8921D34E7D81}" destId="{9401631F-218B-4285-9208-231376491A78}" srcOrd="2" destOrd="0" presId="urn:microsoft.com/office/officeart/2018/2/layout/IconVerticalSolidList"/>
    <dgm:cxn modelId="{A9F2E22F-89F2-47F7-9367-9BFE3E9CA09B}" type="presParOf" srcId="{9401631F-218B-4285-9208-231376491A78}" destId="{A8DD25F3-C234-4AA2-B2D3-890C513AFB3E}" srcOrd="0" destOrd="0" presId="urn:microsoft.com/office/officeart/2018/2/layout/IconVerticalSolidList"/>
    <dgm:cxn modelId="{2913A7AA-471A-4B82-91AC-9D1803824679}" type="presParOf" srcId="{9401631F-218B-4285-9208-231376491A78}" destId="{30390D31-F345-4CE7-8896-B0725C8D33C8}" srcOrd="1" destOrd="0" presId="urn:microsoft.com/office/officeart/2018/2/layout/IconVerticalSolidList"/>
    <dgm:cxn modelId="{54AC6EE2-5BAE-47D0-A0FE-6CE70411AF4D}" type="presParOf" srcId="{9401631F-218B-4285-9208-231376491A78}" destId="{09AF6B79-FFC7-4097-8465-9BB835C4731E}" srcOrd="2" destOrd="0" presId="urn:microsoft.com/office/officeart/2018/2/layout/IconVerticalSolidList"/>
    <dgm:cxn modelId="{53508C89-05F9-4A1D-AF40-66EEA25C3312}" type="presParOf" srcId="{9401631F-218B-4285-9208-231376491A78}" destId="{7B77A282-CA88-4003-9BEE-250D4D70176C}" srcOrd="3" destOrd="0" presId="urn:microsoft.com/office/officeart/2018/2/layout/IconVerticalSolidList"/>
    <dgm:cxn modelId="{851150C1-8D9A-40CA-A4AB-1B391E56826A}" type="presParOf" srcId="{225108EA-924B-4A8E-968E-8921D34E7D81}" destId="{A5473F2E-0A8E-4771-9205-AC01688E096B}" srcOrd="3" destOrd="0" presId="urn:microsoft.com/office/officeart/2018/2/layout/IconVerticalSolidList"/>
    <dgm:cxn modelId="{8B0ED210-1BBC-41C4-976D-CB18C135A43D}" type="presParOf" srcId="{225108EA-924B-4A8E-968E-8921D34E7D81}" destId="{1E9CFFFE-A757-471D-AA0C-BC28E1810B2E}" srcOrd="4" destOrd="0" presId="urn:microsoft.com/office/officeart/2018/2/layout/IconVerticalSolidList"/>
    <dgm:cxn modelId="{8DE8FD31-0B09-4CAF-AAE5-23416380929C}" type="presParOf" srcId="{1E9CFFFE-A757-471D-AA0C-BC28E1810B2E}" destId="{D1494A6E-9621-463D-935E-C6C5A92FF4C9}" srcOrd="0" destOrd="0" presId="urn:microsoft.com/office/officeart/2018/2/layout/IconVerticalSolidList"/>
    <dgm:cxn modelId="{9DEF55A5-2397-4BE0-9F37-671891E7694A}" type="presParOf" srcId="{1E9CFFFE-A757-471D-AA0C-BC28E1810B2E}" destId="{5CEC915C-27FF-40F2-BB1D-9C3493D71B31}" srcOrd="1" destOrd="0" presId="urn:microsoft.com/office/officeart/2018/2/layout/IconVerticalSolidList"/>
    <dgm:cxn modelId="{0191D3A0-014F-4BAE-9E04-B2A99C54FA1B}" type="presParOf" srcId="{1E9CFFFE-A757-471D-AA0C-BC28E1810B2E}" destId="{D3C7DF72-6056-417E-89E8-281288522631}" srcOrd="2" destOrd="0" presId="urn:microsoft.com/office/officeart/2018/2/layout/IconVerticalSolidList"/>
    <dgm:cxn modelId="{85CA978B-6BB2-4AD8-A544-5502C7F207FE}" type="presParOf" srcId="{1E9CFFFE-A757-471D-AA0C-BC28E1810B2E}" destId="{9B0B16B1-41D1-4D08-B57A-EF07C7646AA0}" srcOrd="3" destOrd="0" presId="urn:microsoft.com/office/officeart/2018/2/layout/IconVerticalSolidList"/>
    <dgm:cxn modelId="{0B9C5A89-582D-4DBB-92AC-7DEC08A54D69}" type="presParOf" srcId="{225108EA-924B-4A8E-968E-8921D34E7D81}" destId="{AFC72294-3D7B-4EB3-BED0-797547B39A42}" srcOrd="5" destOrd="0" presId="urn:microsoft.com/office/officeart/2018/2/layout/IconVerticalSolidList"/>
    <dgm:cxn modelId="{D01339C5-0ED4-47AC-915C-4F11510B3F23}" type="presParOf" srcId="{225108EA-924B-4A8E-968E-8921D34E7D81}" destId="{B68BC6C2-87EE-40A8-9C4F-169A16F3ABE0}" srcOrd="6" destOrd="0" presId="urn:microsoft.com/office/officeart/2018/2/layout/IconVerticalSolidList"/>
    <dgm:cxn modelId="{2024B179-9E27-4A59-B04D-D7DDB33B2773}" type="presParOf" srcId="{B68BC6C2-87EE-40A8-9C4F-169A16F3ABE0}" destId="{F7F8E3F6-8489-4937-90FF-733F2547A1EA}" srcOrd="0" destOrd="0" presId="urn:microsoft.com/office/officeart/2018/2/layout/IconVerticalSolidList"/>
    <dgm:cxn modelId="{7C4541E8-1A08-4477-9B38-4C75016535A4}" type="presParOf" srcId="{B68BC6C2-87EE-40A8-9C4F-169A16F3ABE0}" destId="{70CA7E0C-C035-45C1-884B-A7791E00A747}" srcOrd="1" destOrd="0" presId="urn:microsoft.com/office/officeart/2018/2/layout/IconVerticalSolidList"/>
    <dgm:cxn modelId="{DAA79EB5-F6D9-43E3-B039-A8BC74D6F40F}" type="presParOf" srcId="{B68BC6C2-87EE-40A8-9C4F-169A16F3ABE0}" destId="{30B047E4-BAEB-4A1D-B978-330CFDED807F}" srcOrd="2" destOrd="0" presId="urn:microsoft.com/office/officeart/2018/2/layout/IconVerticalSolidList"/>
    <dgm:cxn modelId="{48FE209E-4D62-4D3A-BB72-3221A1403DA1}" type="presParOf" srcId="{B68BC6C2-87EE-40A8-9C4F-169A16F3ABE0}" destId="{A4BB4A38-5258-4212-AC2D-3680437509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4319A6-9216-4A84-B810-D36E50D6E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8CB067-2618-4C4E-932B-C2690AF38C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Visualizes cost incurred by different machine operations:</a:t>
          </a:r>
        </a:p>
      </dgm:t>
    </dgm:pt>
    <dgm:pt modelId="{F5179F99-CFB6-4AA4-BADE-9BC9B65C2C0A}" type="parTrans" cxnId="{6D00F04F-8933-4F97-9B68-11403A132727}">
      <dgm:prSet/>
      <dgm:spPr/>
      <dgm:t>
        <a:bodyPr/>
        <a:lstStyle/>
        <a:p>
          <a:endParaRPr lang="en-US"/>
        </a:p>
      </dgm:t>
    </dgm:pt>
    <dgm:pt modelId="{E5C3213A-E9C8-434F-B6A5-0B4227320E2A}" type="sibTrans" cxnId="{6D00F04F-8933-4F97-9B68-11403A132727}">
      <dgm:prSet/>
      <dgm:spPr/>
      <dgm:t>
        <a:bodyPr/>
        <a:lstStyle/>
        <a:p>
          <a:endParaRPr lang="en-US"/>
        </a:p>
      </dgm:t>
    </dgm:pt>
    <dgm:pt modelId="{D467FA96-7C1A-4FC9-B53F-C5850D95F6C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Highest: Cut &amp; Fold – 3.54M</a:t>
          </a:r>
          <a:endParaRPr lang="en-US"/>
        </a:p>
      </dgm:t>
    </dgm:pt>
    <dgm:pt modelId="{DDD9FD9F-5534-4A0E-B067-65762BC405FB}" type="parTrans" cxnId="{98253D6C-5631-4F24-B8AC-98FF759A27B9}">
      <dgm:prSet/>
      <dgm:spPr/>
      <dgm:t>
        <a:bodyPr/>
        <a:lstStyle/>
        <a:p>
          <a:endParaRPr lang="en-US"/>
        </a:p>
      </dgm:t>
    </dgm:pt>
    <dgm:pt modelId="{74C40C1B-23E2-4F40-86E9-FB3DAAEE3912}" type="sibTrans" cxnId="{98253D6C-5631-4F24-B8AC-98FF759A27B9}">
      <dgm:prSet/>
      <dgm:spPr/>
      <dgm:t>
        <a:bodyPr/>
        <a:lstStyle/>
        <a:p>
          <a:endParaRPr lang="en-US"/>
        </a:p>
      </dgm:t>
    </dgm:pt>
    <dgm:pt modelId="{0753EEF8-FB4D-407E-80B5-0ED1A11BF4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Others: Printing (2.62M), Weaving (2.45M), Cross Check (2.41M), Packing (2.11M), Ultrasonic (1.51M)</a:t>
          </a:r>
        </a:p>
      </dgm:t>
    </dgm:pt>
    <dgm:pt modelId="{272A9FD9-FC98-4237-8382-B3143F1EE095}" type="parTrans" cxnId="{CC88F301-513A-4D5A-8E72-0C22A0BEF43D}">
      <dgm:prSet/>
      <dgm:spPr/>
      <dgm:t>
        <a:bodyPr/>
        <a:lstStyle/>
        <a:p>
          <a:endParaRPr lang="en-US"/>
        </a:p>
      </dgm:t>
    </dgm:pt>
    <dgm:pt modelId="{360946E5-2793-4C11-8CC1-DDE19CFB75CA}" type="sibTrans" cxnId="{CC88F301-513A-4D5A-8E72-0C22A0BEF43D}">
      <dgm:prSet/>
      <dgm:spPr/>
      <dgm:t>
        <a:bodyPr/>
        <a:lstStyle/>
        <a:p>
          <a:endParaRPr lang="en-US"/>
        </a:p>
      </dgm:t>
    </dgm:pt>
    <dgm:pt modelId="{AB76C92D-6B22-4D79-BBFC-7680E1EB27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identify high-cost operations and potential areas for cost-cutting.</a:t>
          </a:r>
        </a:p>
      </dgm:t>
    </dgm:pt>
    <dgm:pt modelId="{024C0B23-5A00-48D2-81C3-71ABC0D7CDEF}" type="parTrans" cxnId="{6FA6B4F1-FB69-472E-ABCD-8E3A3B221AD7}">
      <dgm:prSet/>
      <dgm:spPr/>
      <dgm:t>
        <a:bodyPr/>
        <a:lstStyle/>
        <a:p>
          <a:endParaRPr lang="en-US"/>
        </a:p>
      </dgm:t>
    </dgm:pt>
    <dgm:pt modelId="{F879C655-B36C-4D0D-84BD-5ED003375B8A}" type="sibTrans" cxnId="{6FA6B4F1-FB69-472E-ABCD-8E3A3B221AD7}">
      <dgm:prSet/>
      <dgm:spPr/>
      <dgm:t>
        <a:bodyPr/>
        <a:lstStyle/>
        <a:p>
          <a:endParaRPr lang="en-US"/>
        </a:p>
      </dgm:t>
    </dgm:pt>
    <dgm:pt modelId="{F436AFB2-C586-469D-8BDE-127D2D42CB2A}" type="pres">
      <dgm:prSet presAssocID="{E84319A6-9216-4A84-B810-D36E50D6E468}" presName="root" presStyleCnt="0">
        <dgm:presLayoutVars>
          <dgm:dir/>
          <dgm:resizeHandles val="exact"/>
        </dgm:presLayoutVars>
      </dgm:prSet>
      <dgm:spPr/>
    </dgm:pt>
    <dgm:pt modelId="{1DFEF1E9-1A8A-4157-80A3-6F445F226CFF}" type="pres">
      <dgm:prSet presAssocID="{478CB067-2618-4C4E-932B-C2690AF38CE8}" presName="compNode" presStyleCnt="0"/>
      <dgm:spPr/>
    </dgm:pt>
    <dgm:pt modelId="{A7CF8CD0-1BDA-4DAD-9190-3A2A19E4B98E}" type="pres">
      <dgm:prSet presAssocID="{478CB067-2618-4C4E-932B-C2690AF38CE8}" presName="bgRect" presStyleLbl="bgShp" presStyleIdx="0" presStyleCnt="4"/>
      <dgm:spPr/>
    </dgm:pt>
    <dgm:pt modelId="{ED38C640-CFF8-4BD0-87B4-12D4FD32BAE3}" type="pres">
      <dgm:prSet presAssocID="{478CB067-2618-4C4E-932B-C2690AF38C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80CA6DE1-BD61-4BDD-87EE-709EC9F72766}" type="pres">
      <dgm:prSet presAssocID="{478CB067-2618-4C4E-932B-C2690AF38CE8}" presName="spaceRect" presStyleCnt="0"/>
      <dgm:spPr/>
    </dgm:pt>
    <dgm:pt modelId="{5EFD3939-3301-4ECD-B89C-1F07BC1ACBD2}" type="pres">
      <dgm:prSet presAssocID="{478CB067-2618-4C4E-932B-C2690AF38CE8}" presName="parTx" presStyleLbl="revTx" presStyleIdx="0" presStyleCnt="4">
        <dgm:presLayoutVars>
          <dgm:chMax val="0"/>
          <dgm:chPref val="0"/>
        </dgm:presLayoutVars>
      </dgm:prSet>
      <dgm:spPr/>
    </dgm:pt>
    <dgm:pt modelId="{26591B07-C6EA-4F52-A428-063CB5FF978C}" type="pres">
      <dgm:prSet presAssocID="{E5C3213A-E9C8-434F-B6A5-0B4227320E2A}" presName="sibTrans" presStyleCnt="0"/>
      <dgm:spPr/>
    </dgm:pt>
    <dgm:pt modelId="{C9B2E081-E9FC-4D33-B43B-CE81FD39CB99}" type="pres">
      <dgm:prSet presAssocID="{D467FA96-7C1A-4FC9-B53F-C5850D95F6CD}" presName="compNode" presStyleCnt="0"/>
      <dgm:spPr/>
    </dgm:pt>
    <dgm:pt modelId="{5AF1E45B-0EA5-4B06-84B3-EACD99CF6BD9}" type="pres">
      <dgm:prSet presAssocID="{D467FA96-7C1A-4FC9-B53F-C5850D95F6CD}" presName="bgRect" presStyleLbl="bgShp" presStyleIdx="1" presStyleCnt="4"/>
      <dgm:spPr/>
    </dgm:pt>
    <dgm:pt modelId="{E4044ADD-8469-4E5E-BBDB-1B708438DF9E}" type="pres">
      <dgm:prSet presAssocID="{D467FA96-7C1A-4FC9-B53F-C5850D95F6C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w blade"/>
        </a:ext>
      </dgm:extLst>
    </dgm:pt>
    <dgm:pt modelId="{4DD60FBC-9BDB-4971-8F78-8041611020CA}" type="pres">
      <dgm:prSet presAssocID="{D467FA96-7C1A-4FC9-B53F-C5850D95F6CD}" presName="spaceRect" presStyleCnt="0"/>
      <dgm:spPr/>
    </dgm:pt>
    <dgm:pt modelId="{1FDAE169-7EFE-4081-88F9-EB97FDF95498}" type="pres">
      <dgm:prSet presAssocID="{D467FA96-7C1A-4FC9-B53F-C5850D95F6CD}" presName="parTx" presStyleLbl="revTx" presStyleIdx="1" presStyleCnt="4">
        <dgm:presLayoutVars>
          <dgm:chMax val="0"/>
          <dgm:chPref val="0"/>
        </dgm:presLayoutVars>
      </dgm:prSet>
      <dgm:spPr/>
    </dgm:pt>
    <dgm:pt modelId="{D0CDF715-D763-46C4-826C-A4C301D07D25}" type="pres">
      <dgm:prSet presAssocID="{74C40C1B-23E2-4F40-86E9-FB3DAAEE3912}" presName="sibTrans" presStyleCnt="0"/>
      <dgm:spPr/>
    </dgm:pt>
    <dgm:pt modelId="{3792CEF4-C7D8-485E-ACA3-8AB20D7C0608}" type="pres">
      <dgm:prSet presAssocID="{0753EEF8-FB4D-407E-80B5-0ED1A11BF475}" presName="compNode" presStyleCnt="0"/>
      <dgm:spPr/>
    </dgm:pt>
    <dgm:pt modelId="{C00FB8AF-23C5-4FBD-AD2F-FA5A9C468226}" type="pres">
      <dgm:prSet presAssocID="{0753EEF8-FB4D-407E-80B5-0ED1A11BF475}" presName="bgRect" presStyleLbl="bgShp" presStyleIdx="2" presStyleCnt="4"/>
      <dgm:spPr/>
    </dgm:pt>
    <dgm:pt modelId="{0BE658BC-BA2C-4E85-A9B1-033E6C99AEB7}" type="pres">
      <dgm:prSet presAssocID="{0753EEF8-FB4D-407E-80B5-0ED1A11BF47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F4FCA2F5-F1A6-4EBA-8DD4-2A1A8879A9DE}" type="pres">
      <dgm:prSet presAssocID="{0753EEF8-FB4D-407E-80B5-0ED1A11BF475}" presName="spaceRect" presStyleCnt="0"/>
      <dgm:spPr/>
    </dgm:pt>
    <dgm:pt modelId="{B0BD7684-C4B3-4EA1-87EF-2854ECE6DF5B}" type="pres">
      <dgm:prSet presAssocID="{0753EEF8-FB4D-407E-80B5-0ED1A11BF475}" presName="parTx" presStyleLbl="revTx" presStyleIdx="2" presStyleCnt="4">
        <dgm:presLayoutVars>
          <dgm:chMax val="0"/>
          <dgm:chPref val="0"/>
        </dgm:presLayoutVars>
      </dgm:prSet>
      <dgm:spPr/>
    </dgm:pt>
    <dgm:pt modelId="{991D9BA7-793E-4CE8-A74A-4E2244C7F53C}" type="pres">
      <dgm:prSet presAssocID="{360946E5-2793-4C11-8CC1-DDE19CFB75CA}" presName="sibTrans" presStyleCnt="0"/>
      <dgm:spPr/>
    </dgm:pt>
    <dgm:pt modelId="{A1554044-750F-49E8-9CD4-62F79C4C4145}" type="pres">
      <dgm:prSet presAssocID="{AB76C92D-6B22-4D79-BBFC-7680E1EB271D}" presName="compNode" presStyleCnt="0"/>
      <dgm:spPr/>
    </dgm:pt>
    <dgm:pt modelId="{3E9B48B2-D9D0-402B-AD3E-91825974F2D6}" type="pres">
      <dgm:prSet presAssocID="{AB76C92D-6B22-4D79-BBFC-7680E1EB271D}" presName="bgRect" presStyleLbl="bgShp" presStyleIdx="3" presStyleCnt="4"/>
      <dgm:spPr/>
    </dgm:pt>
    <dgm:pt modelId="{59833D54-A584-43FF-9881-79356878DB46}" type="pres">
      <dgm:prSet presAssocID="{AB76C92D-6B22-4D79-BBFC-7680E1EB271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cket knife"/>
        </a:ext>
      </dgm:extLst>
    </dgm:pt>
    <dgm:pt modelId="{FC686188-8EF3-4EFF-A6B3-C58782374AE5}" type="pres">
      <dgm:prSet presAssocID="{AB76C92D-6B22-4D79-BBFC-7680E1EB271D}" presName="spaceRect" presStyleCnt="0"/>
      <dgm:spPr/>
    </dgm:pt>
    <dgm:pt modelId="{B21CA1A6-B379-426C-B0BA-D0076E5F262C}" type="pres">
      <dgm:prSet presAssocID="{AB76C92D-6B22-4D79-BBFC-7680E1EB271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C88F301-513A-4D5A-8E72-0C22A0BEF43D}" srcId="{E84319A6-9216-4A84-B810-D36E50D6E468}" destId="{0753EEF8-FB4D-407E-80B5-0ED1A11BF475}" srcOrd="2" destOrd="0" parTransId="{272A9FD9-FC98-4237-8382-B3143F1EE095}" sibTransId="{360946E5-2793-4C11-8CC1-DDE19CFB75CA}"/>
    <dgm:cxn modelId="{3F213115-FDE9-41CF-83C8-742AB034436D}" type="presOf" srcId="{E84319A6-9216-4A84-B810-D36E50D6E468}" destId="{F436AFB2-C586-469D-8BDE-127D2D42CB2A}" srcOrd="0" destOrd="0" presId="urn:microsoft.com/office/officeart/2018/2/layout/IconVerticalSolidList"/>
    <dgm:cxn modelId="{5CC6AE63-A372-42E1-A0ED-1105668AEA91}" type="presOf" srcId="{478CB067-2618-4C4E-932B-C2690AF38CE8}" destId="{5EFD3939-3301-4ECD-B89C-1F07BC1ACBD2}" srcOrd="0" destOrd="0" presId="urn:microsoft.com/office/officeart/2018/2/layout/IconVerticalSolidList"/>
    <dgm:cxn modelId="{98253D6C-5631-4F24-B8AC-98FF759A27B9}" srcId="{E84319A6-9216-4A84-B810-D36E50D6E468}" destId="{D467FA96-7C1A-4FC9-B53F-C5850D95F6CD}" srcOrd="1" destOrd="0" parTransId="{DDD9FD9F-5534-4A0E-B067-65762BC405FB}" sibTransId="{74C40C1B-23E2-4F40-86E9-FB3DAAEE3912}"/>
    <dgm:cxn modelId="{6D00F04F-8933-4F97-9B68-11403A132727}" srcId="{E84319A6-9216-4A84-B810-D36E50D6E468}" destId="{478CB067-2618-4C4E-932B-C2690AF38CE8}" srcOrd="0" destOrd="0" parTransId="{F5179F99-CFB6-4AA4-BADE-9BC9B65C2C0A}" sibTransId="{E5C3213A-E9C8-434F-B6A5-0B4227320E2A}"/>
    <dgm:cxn modelId="{E116D454-3DD3-45FE-8C9D-F5005AF02711}" type="presOf" srcId="{0753EEF8-FB4D-407E-80B5-0ED1A11BF475}" destId="{B0BD7684-C4B3-4EA1-87EF-2854ECE6DF5B}" srcOrd="0" destOrd="0" presId="urn:microsoft.com/office/officeart/2018/2/layout/IconVerticalSolidList"/>
    <dgm:cxn modelId="{1C0CD29A-F8F7-43D6-A05E-40DD37DF46F7}" type="presOf" srcId="{AB76C92D-6B22-4D79-BBFC-7680E1EB271D}" destId="{B21CA1A6-B379-426C-B0BA-D0076E5F262C}" srcOrd="0" destOrd="0" presId="urn:microsoft.com/office/officeart/2018/2/layout/IconVerticalSolidList"/>
    <dgm:cxn modelId="{72062DE1-F9FC-4B9C-9BF6-794C754BBE70}" type="presOf" srcId="{D467FA96-7C1A-4FC9-B53F-C5850D95F6CD}" destId="{1FDAE169-7EFE-4081-88F9-EB97FDF95498}" srcOrd="0" destOrd="0" presId="urn:microsoft.com/office/officeart/2018/2/layout/IconVerticalSolidList"/>
    <dgm:cxn modelId="{6FA6B4F1-FB69-472E-ABCD-8E3A3B221AD7}" srcId="{E84319A6-9216-4A84-B810-D36E50D6E468}" destId="{AB76C92D-6B22-4D79-BBFC-7680E1EB271D}" srcOrd="3" destOrd="0" parTransId="{024C0B23-5A00-48D2-81C3-71ABC0D7CDEF}" sibTransId="{F879C655-B36C-4D0D-84BD-5ED003375B8A}"/>
    <dgm:cxn modelId="{E9BEC836-FC28-48E4-B9D0-99375543BE1B}" type="presParOf" srcId="{F436AFB2-C586-469D-8BDE-127D2D42CB2A}" destId="{1DFEF1E9-1A8A-4157-80A3-6F445F226CFF}" srcOrd="0" destOrd="0" presId="urn:microsoft.com/office/officeart/2018/2/layout/IconVerticalSolidList"/>
    <dgm:cxn modelId="{25B7577C-B3C9-407D-A10F-724BFBB0EB48}" type="presParOf" srcId="{1DFEF1E9-1A8A-4157-80A3-6F445F226CFF}" destId="{A7CF8CD0-1BDA-4DAD-9190-3A2A19E4B98E}" srcOrd="0" destOrd="0" presId="urn:microsoft.com/office/officeart/2018/2/layout/IconVerticalSolidList"/>
    <dgm:cxn modelId="{0ECC53C3-66C5-4801-B61F-A78636BF0105}" type="presParOf" srcId="{1DFEF1E9-1A8A-4157-80A3-6F445F226CFF}" destId="{ED38C640-CFF8-4BD0-87B4-12D4FD32BAE3}" srcOrd="1" destOrd="0" presId="urn:microsoft.com/office/officeart/2018/2/layout/IconVerticalSolidList"/>
    <dgm:cxn modelId="{33CE8007-75C5-4B1A-BD0E-88421B320B87}" type="presParOf" srcId="{1DFEF1E9-1A8A-4157-80A3-6F445F226CFF}" destId="{80CA6DE1-BD61-4BDD-87EE-709EC9F72766}" srcOrd="2" destOrd="0" presId="urn:microsoft.com/office/officeart/2018/2/layout/IconVerticalSolidList"/>
    <dgm:cxn modelId="{FC214D6C-327D-4967-81FD-B5FBC15F0BE2}" type="presParOf" srcId="{1DFEF1E9-1A8A-4157-80A3-6F445F226CFF}" destId="{5EFD3939-3301-4ECD-B89C-1F07BC1ACBD2}" srcOrd="3" destOrd="0" presId="urn:microsoft.com/office/officeart/2018/2/layout/IconVerticalSolidList"/>
    <dgm:cxn modelId="{47179F79-FDBB-4FAD-B6BE-6813404E9DDA}" type="presParOf" srcId="{F436AFB2-C586-469D-8BDE-127D2D42CB2A}" destId="{26591B07-C6EA-4F52-A428-063CB5FF978C}" srcOrd="1" destOrd="0" presId="urn:microsoft.com/office/officeart/2018/2/layout/IconVerticalSolidList"/>
    <dgm:cxn modelId="{CD40AF04-DE7A-4AD5-B188-87F3B1E60092}" type="presParOf" srcId="{F436AFB2-C586-469D-8BDE-127D2D42CB2A}" destId="{C9B2E081-E9FC-4D33-B43B-CE81FD39CB99}" srcOrd="2" destOrd="0" presId="urn:microsoft.com/office/officeart/2018/2/layout/IconVerticalSolidList"/>
    <dgm:cxn modelId="{8648E88B-74D5-4766-92D4-8C2CCB985AAD}" type="presParOf" srcId="{C9B2E081-E9FC-4D33-B43B-CE81FD39CB99}" destId="{5AF1E45B-0EA5-4B06-84B3-EACD99CF6BD9}" srcOrd="0" destOrd="0" presId="urn:microsoft.com/office/officeart/2018/2/layout/IconVerticalSolidList"/>
    <dgm:cxn modelId="{1986EF02-D734-41F7-804E-77D04D1A81A0}" type="presParOf" srcId="{C9B2E081-E9FC-4D33-B43B-CE81FD39CB99}" destId="{E4044ADD-8469-4E5E-BBDB-1B708438DF9E}" srcOrd="1" destOrd="0" presId="urn:microsoft.com/office/officeart/2018/2/layout/IconVerticalSolidList"/>
    <dgm:cxn modelId="{A7821EEA-5391-4CC7-8577-5FCAFDFD5D6E}" type="presParOf" srcId="{C9B2E081-E9FC-4D33-B43B-CE81FD39CB99}" destId="{4DD60FBC-9BDB-4971-8F78-8041611020CA}" srcOrd="2" destOrd="0" presId="urn:microsoft.com/office/officeart/2018/2/layout/IconVerticalSolidList"/>
    <dgm:cxn modelId="{6D893E32-9522-4013-988E-C9A9F4D41D81}" type="presParOf" srcId="{C9B2E081-E9FC-4D33-B43B-CE81FD39CB99}" destId="{1FDAE169-7EFE-4081-88F9-EB97FDF95498}" srcOrd="3" destOrd="0" presId="urn:microsoft.com/office/officeart/2018/2/layout/IconVerticalSolidList"/>
    <dgm:cxn modelId="{4BFCB739-2263-43E3-B81F-DA63C7C51DE3}" type="presParOf" srcId="{F436AFB2-C586-469D-8BDE-127D2D42CB2A}" destId="{D0CDF715-D763-46C4-826C-A4C301D07D25}" srcOrd="3" destOrd="0" presId="urn:microsoft.com/office/officeart/2018/2/layout/IconVerticalSolidList"/>
    <dgm:cxn modelId="{1701C4F3-FF6E-48FF-81E2-5C2418D985B9}" type="presParOf" srcId="{F436AFB2-C586-469D-8BDE-127D2D42CB2A}" destId="{3792CEF4-C7D8-485E-ACA3-8AB20D7C0608}" srcOrd="4" destOrd="0" presId="urn:microsoft.com/office/officeart/2018/2/layout/IconVerticalSolidList"/>
    <dgm:cxn modelId="{61258816-73E5-4B12-B41A-2A715BA4840E}" type="presParOf" srcId="{3792CEF4-C7D8-485E-ACA3-8AB20D7C0608}" destId="{C00FB8AF-23C5-4FBD-AD2F-FA5A9C468226}" srcOrd="0" destOrd="0" presId="urn:microsoft.com/office/officeart/2018/2/layout/IconVerticalSolidList"/>
    <dgm:cxn modelId="{AF34FB62-C295-4628-9840-09C02610F7AF}" type="presParOf" srcId="{3792CEF4-C7D8-485E-ACA3-8AB20D7C0608}" destId="{0BE658BC-BA2C-4E85-A9B1-033E6C99AEB7}" srcOrd="1" destOrd="0" presId="urn:microsoft.com/office/officeart/2018/2/layout/IconVerticalSolidList"/>
    <dgm:cxn modelId="{DAF07B79-528A-4BA2-830E-40F08A49ACDD}" type="presParOf" srcId="{3792CEF4-C7D8-485E-ACA3-8AB20D7C0608}" destId="{F4FCA2F5-F1A6-4EBA-8DD4-2A1A8879A9DE}" srcOrd="2" destOrd="0" presId="urn:microsoft.com/office/officeart/2018/2/layout/IconVerticalSolidList"/>
    <dgm:cxn modelId="{1E3ECFF8-B8B6-438B-B6C3-F861A50EF0A7}" type="presParOf" srcId="{3792CEF4-C7D8-485E-ACA3-8AB20D7C0608}" destId="{B0BD7684-C4B3-4EA1-87EF-2854ECE6DF5B}" srcOrd="3" destOrd="0" presId="urn:microsoft.com/office/officeart/2018/2/layout/IconVerticalSolidList"/>
    <dgm:cxn modelId="{9538972E-727E-4B35-B20A-58642206FBB5}" type="presParOf" srcId="{F436AFB2-C586-469D-8BDE-127D2D42CB2A}" destId="{991D9BA7-793E-4CE8-A74A-4E2244C7F53C}" srcOrd="5" destOrd="0" presId="urn:microsoft.com/office/officeart/2018/2/layout/IconVerticalSolidList"/>
    <dgm:cxn modelId="{6EA0CD3C-7B09-4AF9-B7FC-AF848133DB1A}" type="presParOf" srcId="{F436AFB2-C586-469D-8BDE-127D2D42CB2A}" destId="{A1554044-750F-49E8-9CD4-62F79C4C4145}" srcOrd="6" destOrd="0" presId="urn:microsoft.com/office/officeart/2018/2/layout/IconVerticalSolidList"/>
    <dgm:cxn modelId="{C035B58D-981A-41CB-A93B-C6BE53E49FF3}" type="presParOf" srcId="{A1554044-750F-49E8-9CD4-62F79C4C4145}" destId="{3E9B48B2-D9D0-402B-AD3E-91825974F2D6}" srcOrd="0" destOrd="0" presId="urn:microsoft.com/office/officeart/2018/2/layout/IconVerticalSolidList"/>
    <dgm:cxn modelId="{CFFC1211-9D0A-48D7-84A2-CA192DF5AC0D}" type="presParOf" srcId="{A1554044-750F-49E8-9CD4-62F79C4C4145}" destId="{59833D54-A584-43FF-9881-79356878DB46}" srcOrd="1" destOrd="0" presId="urn:microsoft.com/office/officeart/2018/2/layout/IconVerticalSolidList"/>
    <dgm:cxn modelId="{1AD004A0-023C-472C-A207-FB5479C08169}" type="presParOf" srcId="{A1554044-750F-49E8-9CD4-62F79C4C4145}" destId="{FC686188-8EF3-4EFF-A6B3-C58782374AE5}" srcOrd="2" destOrd="0" presId="urn:microsoft.com/office/officeart/2018/2/layout/IconVerticalSolidList"/>
    <dgm:cxn modelId="{CE53A16D-A6DC-4A41-B19F-583312521531}" type="presParOf" srcId="{A1554044-750F-49E8-9CD4-62F79C4C4145}" destId="{B21CA1A6-B379-426C-B0BA-D0076E5F26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FB3FD76-48ED-4C8A-A931-CDE043B5E5A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316D77-B842-4000-A0BD-E252542707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Detailed month-wise output split day-wise.</a:t>
          </a:r>
        </a:p>
      </dgm:t>
    </dgm:pt>
    <dgm:pt modelId="{75E983AF-9825-4F69-B235-A6ED839341D4}" type="parTrans" cxnId="{C07E9DCE-58F4-4E18-BE41-BAFA5338672D}">
      <dgm:prSet/>
      <dgm:spPr/>
      <dgm:t>
        <a:bodyPr/>
        <a:lstStyle/>
        <a:p>
          <a:endParaRPr lang="en-US"/>
        </a:p>
      </dgm:t>
    </dgm:pt>
    <dgm:pt modelId="{1F0656D8-F3FC-4EEA-A15F-863E3982D1E1}" type="sibTrans" cxnId="{C07E9DCE-58F4-4E18-BE41-BAFA5338672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4701DAC-AF00-4085-BF3F-2AF1CEDFB0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Useful for comparing productivity trends across time and identifying seasonal patterns or anomalies.</a:t>
          </a:r>
        </a:p>
      </dgm:t>
    </dgm:pt>
    <dgm:pt modelId="{18953553-B4D5-47C9-8B56-B460C0E7CAA2}" type="parTrans" cxnId="{D4F8EBD5-CD67-4E1E-994A-5142972E1B8C}">
      <dgm:prSet/>
      <dgm:spPr/>
      <dgm:t>
        <a:bodyPr/>
        <a:lstStyle/>
        <a:p>
          <a:endParaRPr lang="en-US"/>
        </a:p>
      </dgm:t>
    </dgm:pt>
    <dgm:pt modelId="{F0195E90-1A98-49B2-9F4D-9D93CBD8CBDD}" type="sibTrans" cxnId="{D4F8EBD5-CD67-4E1E-994A-5142972E1B8C}">
      <dgm:prSet/>
      <dgm:spPr/>
      <dgm:t>
        <a:bodyPr/>
        <a:lstStyle/>
        <a:p>
          <a:endParaRPr lang="en-US"/>
        </a:p>
      </dgm:t>
    </dgm:pt>
    <dgm:pt modelId="{CD3E91F1-990F-4EE4-98F0-61A0698A3006}" type="pres">
      <dgm:prSet presAssocID="{9FB3FD76-48ED-4C8A-A931-CDE043B5E5A1}" presName="root" presStyleCnt="0">
        <dgm:presLayoutVars>
          <dgm:dir/>
          <dgm:resizeHandles val="exact"/>
        </dgm:presLayoutVars>
      </dgm:prSet>
      <dgm:spPr/>
    </dgm:pt>
    <dgm:pt modelId="{330E0483-F6C7-4A13-BB0F-A566FCF0975E}" type="pres">
      <dgm:prSet presAssocID="{A4316D77-B842-4000-A0BD-E2525427077C}" presName="compNode" presStyleCnt="0"/>
      <dgm:spPr/>
    </dgm:pt>
    <dgm:pt modelId="{36D8DDFE-0DC6-439D-87BD-E7F96D5616F9}" type="pres">
      <dgm:prSet presAssocID="{A4316D77-B842-4000-A0BD-E2525427077C}" presName="bgRect" presStyleLbl="bgShp" presStyleIdx="0" presStyleCnt="2"/>
      <dgm:spPr>
        <a:solidFill>
          <a:schemeClr val="accent1"/>
        </a:solidFill>
      </dgm:spPr>
    </dgm:pt>
    <dgm:pt modelId="{F690A8B1-7B68-4098-97D2-C08C7B636186}" type="pres">
      <dgm:prSet presAssocID="{A4316D77-B842-4000-A0BD-E2525427077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0FD392F-4988-40CA-A850-34C94CAA7829}" type="pres">
      <dgm:prSet presAssocID="{A4316D77-B842-4000-A0BD-E2525427077C}" presName="spaceRect" presStyleCnt="0"/>
      <dgm:spPr/>
    </dgm:pt>
    <dgm:pt modelId="{E3EE0FD8-046F-4A26-BF8C-AB4CB8F89C1E}" type="pres">
      <dgm:prSet presAssocID="{A4316D77-B842-4000-A0BD-E2525427077C}" presName="parTx" presStyleLbl="revTx" presStyleIdx="0" presStyleCnt="2">
        <dgm:presLayoutVars>
          <dgm:chMax val="0"/>
          <dgm:chPref val="0"/>
        </dgm:presLayoutVars>
      </dgm:prSet>
      <dgm:spPr/>
    </dgm:pt>
    <dgm:pt modelId="{4BF576F9-47C6-4847-A9D2-52D5F324ACB7}" type="pres">
      <dgm:prSet presAssocID="{1F0656D8-F3FC-4EEA-A15F-863E3982D1E1}" presName="sibTrans" presStyleCnt="0"/>
      <dgm:spPr/>
    </dgm:pt>
    <dgm:pt modelId="{ABC7270F-7439-4FB7-A316-90432F53F689}" type="pres">
      <dgm:prSet presAssocID="{B4701DAC-AF00-4085-BF3F-2AF1CEDFB0D4}" presName="compNode" presStyleCnt="0"/>
      <dgm:spPr/>
    </dgm:pt>
    <dgm:pt modelId="{24300BC0-ECEA-49D5-86E4-A044F00063FA}" type="pres">
      <dgm:prSet presAssocID="{B4701DAC-AF00-4085-BF3F-2AF1CEDFB0D4}" presName="bgRect" presStyleLbl="bgShp" presStyleIdx="1" presStyleCnt="2"/>
      <dgm:spPr>
        <a:solidFill>
          <a:schemeClr val="accent1"/>
        </a:solidFill>
      </dgm:spPr>
    </dgm:pt>
    <dgm:pt modelId="{3FF7AC14-EFD2-4AF2-80CA-9D4BC73CCE65}" type="pres">
      <dgm:prSet presAssocID="{B4701DAC-AF00-4085-BF3F-2AF1CEDFB0D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F2E0472-31CE-4A53-B6A9-36AF7CC8AFCA}" type="pres">
      <dgm:prSet presAssocID="{B4701DAC-AF00-4085-BF3F-2AF1CEDFB0D4}" presName="spaceRect" presStyleCnt="0"/>
      <dgm:spPr/>
    </dgm:pt>
    <dgm:pt modelId="{0F516795-E890-4933-8D57-2055CD362F42}" type="pres">
      <dgm:prSet presAssocID="{B4701DAC-AF00-4085-BF3F-2AF1CEDFB0D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5216966-2C01-4BAE-9596-E4FC2AC959BD}" type="presOf" srcId="{B4701DAC-AF00-4085-BF3F-2AF1CEDFB0D4}" destId="{0F516795-E890-4933-8D57-2055CD362F42}" srcOrd="0" destOrd="0" presId="urn:microsoft.com/office/officeart/2018/2/layout/IconVerticalSolidList"/>
    <dgm:cxn modelId="{2D8DCB76-08D4-47B8-897C-1DB1558AAD3A}" type="presOf" srcId="{A4316D77-B842-4000-A0BD-E2525427077C}" destId="{E3EE0FD8-046F-4A26-BF8C-AB4CB8F89C1E}" srcOrd="0" destOrd="0" presId="urn:microsoft.com/office/officeart/2018/2/layout/IconVerticalSolidList"/>
    <dgm:cxn modelId="{AC494978-E546-4EE7-BCBE-D41C92368641}" type="presOf" srcId="{9FB3FD76-48ED-4C8A-A931-CDE043B5E5A1}" destId="{CD3E91F1-990F-4EE4-98F0-61A0698A3006}" srcOrd="0" destOrd="0" presId="urn:microsoft.com/office/officeart/2018/2/layout/IconVerticalSolidList"/>
    <dgm:cxn modelId="{C07E9DCE-58F4-4E18-BE41-BAFA5338672D}" srcId="{9FB3FD76-48ED-4C8A-A931-CDE043B5E5A1}" destId="{A4316D77-B842-4000-A0BD-E2525427077C}" srcOrd="0" destOrd="0" parTransId="{75E983AF-9825-4F69-B235-A6ED839341D4}" sibTransId="{1F0656D8-F3FC-4EEA-A15F-863E3982D1E1}"/>
    <dgm:cxn modelId="{D4F8EBD5-CD67-4E1E-994A-5142972E1B8C}" srcId="{9FB3FD76-48ED-4C8A-A931-CDE043B5E5A1}" destId="{B4701DAC-AF00-4085-BF3F-2AF1CEDFB0D4}" srcOrd="1" destOrd="0" parTransId="{18953553-B4D5-47C9-8B56-B460C0E7CAA2}" sibTransId="{F0195E90-1A98-49B2-9F4D-9D93CBD8CBDD}"/>
    <dgm:cxn modelId="{14BC17D9-E32D-489C-9C36-B9527C5B2400}" type="presParOf" srcId="{CD3E91F1-990F-4EE4-98F0-61A0698A3006}" destId="{330E0483-F6C7-4A13-BB0F-A566FCF0975E}" srcOrd="0" destOrd="0" presId="urn:microsoft.com/office/officeart/2018/2/layout/IconVerticalSolidList"/>
    <dgm:cxn modelId="{9A21A367-AA1F-4844-9EDF-657732513104}" type="presParOf" srcId="{330E0483-F6C7-4A13-BB0F-A566FCF0975E}" destId="{36D8DDFE-0DC6-439D-87BD-E7F96D5616F9}" srcOrd="0" destOrd="0" presId="urn:microsoft.com/office/officeart/2018/2/layout/IconVerticalSolidList"/>
    <dgm:cxn modelId="{018A9AF3-5D7E-4C03-9967-7A0CC7B5BD7E}" type="presParOf" srcId="{330E0483-F6C7-4A13-BB0F-A566FCF0975E}" destId="{F690A8B1-7B68-4098-97D2-C08C7B636186}" srcOrd="1" destOrd="0" presId="urn:microsoft.com/office/officeart/2018/2/layout/IconVerticalSolidList"/>
    <dgm:cxn modelId="{8A341EBC-7436-46B7-A2B7-C6168BB4BC16}" type="presParOf" srcId="{330E0483-F6C7-4A13-BB0F-A566FCF0975E}" destId="{50FD392F-4988-40CA-A850-34C94CAA7829}" srcOrd="2" destOrd="0" presId="urn:microsoft.com/office/officeart/2018/2/layout/IconVerticalSolidList"/>
    <dgm:cxn modelId="{142AE4EC-549B-415C-89B2-870AE86BF602}" type="presParOf" srcId="{330E0483-F6C7-4A13-BB0F-A566FCF0975E}" destId="{E3EE0FD8-046F-4A26-BF8C-AB4CB8F89C1E}" srcOrd="3" destOrd="0" presId="urn:microsoft.com/office/officeart/2018/2/layout/IconVerticalSolidList"/>
    <dgm:cxn modelId="{E30F75F8-4941-450A-941C-C833551BE6C4}" type="presParOf" srcId="{CD3E91F1-990F-4EE4-98F0-61A0698A3006}" destId="{4BF576F9-47C6-4847-A9D2-52D5F324ACB7}" srcOrd="1" destOrd="0" presId="urn:microsoft.com/office/officeart/2018/2/layout/IconVerticalSolidList"/>
    <dgm:cxn modelId="{D6EC273C-F463-495F-A93A-90DA99FF54BC}" type="presParOf" srcId="{CD3E91F1-990F-4EE4-98F0-61A0698A3006}" destId="{ABC7270F-7439-4FB7-A316-90432F53F689}" srcOrd="2" destOrd="0" presId="urn:microsoft.com/office/officeart/2018/2/layout/IconVerticalSolidList"/>
    <dgm:cxn modelId="{71A50627-45DA-4E66-82D5-AB6279DDEC48}" type="presParOf" srcId="{ABC7270F-7439-4FB7-A316-90432F53F689}" destId="{24300BC0-ECEA-49D5-86E4-A044F00063FA}" srcOrd="0" destOrd="0" presId="urn:microsoft.com/office/officeart/2018/2/layout/IconVerticalSolidList"/>
    <dgm:cxn modelId="{D55ABAE2-A036-43E7-9B51-5F1677141045}" type="presParOf" srcId="{ABC7270F-7439-4FB7-A316-90432F53F689}" destId="{3FF7AC14-EFD2-4AF2-80CA-9D4BC73CCE65}" srcOrd="1" destOrd="0" presId="urn:microsoft.com/office/officeart/2018/2/layout/IconVerticalSolidList"/>
    <dgm:cxn modelId="{76F4C004-9E1D-4200-9B86-47AEFD2F3396}" type="presParOf" srcId="{ABC7270F-7439-4FB7-A316-90432F53F689}" destId="{8F2E0472-31CE-4A53-B6A9-36AF7CC8AFCA}" srcOrd="2" destOrd="0" presId="urn:microsoft.com/office/officeart/2018/2/layout/IconVerticalSolidList"/>
    <dgm:cxn modelId="{35244A9F-4040-4BD9-B6B1-4C556104C3D1}" type="presParOf" srcId="{ABC7270F-7439-4FB7-A316-90432F53F689}" destId="{0F516795-E890-4933-8D57-2055CD362F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207510A-C2C5-4633-ABC0-76B9B2FF48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0F7FB53-7D7A-48D4-82C4-3B7B6D4F087F}">
      <dgm:prSet/>
      <dgm:spPr/>
      <dgm:t>
        <a:bodyPr/>
        <a:lstStyle/>
        <a:p>
          <a:r>
            <a:rPr lang="en-US" dirty="0"/>
            <a:t>Department-wise contribution to manufacturing output:</a:t>
          </a:r>
        </a:p>
      </dgm:t>
    </dgm:pt>
    <dgm:pt modelId="{7A539259-CD34-4468-B6F3-DFE7398DCF1D}" type="parTrans" cxnId="{9C243EA9-3893-4B54-A3F6-FD52FB1BDA71}">
      <dgm:prSet/>
      <dgm:spPr/>
      <dgm:t>
        <a:bodyPr/>
        <a:lstStyle/>
        <a:p>
          <a:endParaRPr lang="en-US"/>
        </a:p>
      </dgm:t>
    </dgm:pt>
    <dgm:pt modelId="{CC7DB126-0F0A-44AC-B646-5C7A3575D35A}" type="sibTrans" cxnId="{9C243EA9-3893-4B54-A3F6-FD52FB1BDA71}">
      <dgm:prSet/>
      <dgm:spPr/>
      <dgm:t>
        <a:bodyPr/>
        <a:lstStyle/>
        <a:p>
          <a:endParaRPr lang="en-US"/>
        </a:p>
      </dgm:t>
    </dgm:pt>
    <dgm:pt modelId="{FBD6C25E-7A1B-4878-A848-1CB8CE5F17E4}">
      <dgm:prSet/>
      <dgm:spPr/>
      <dgm:t>
        <a:bodyPr/>
        <a:lstStyle/>
        <a:p>
          <a:r>
            <a:rPr lang="en-IN"/>
            <a:t>Footwear: 179K (27%)</a:t>
          </a:r>
          <a:endParaRPr lang="en-US"/>
        </a:p>
      </dgm:t>
    </dgm:pt>
    <dgm:pt modelId="{82FBF9C6-C766-45CC-A572-2E32CC47D1B8}" type="parTrans" cxnId="{A43BD8E8-0C37-4D01-8323-D7C7D63DE10B}">
      <dgm:prSet/>
      <dgm:spPr/>
      <dgm:t>
        <a:bodyPr/>
        <a:lstStyle/>
        <a:p>
          <a:endParaRPr lang="en-US"/>
        </a:p>
      </dgm:t>
    </dgm:pt>
    <dgm:pt modelId="{F527F851-B273-4463-AF7B-DAAF1F6D1644}" type="sibTrans" cxnId="{A43BD8E8-0C37-4D01-8323-D7C7D63DE10B}">
      <dgm:prSet/>
      <dgm:spPr/>
      <dgm:t>
        <a:bodyPr/>
        <a:lstStyle/>
        <a:p>
          <a:endParaRPr lang="en-US"/>
        </a:p>
      </dgm:t>
    </dgm:pt>
    <dgm:pt modelId="{56DB5CBF-B43F-455B-9405-2D69C3C0A66C}">
      <dgm:prSet/>
      <dgm:spPr/>
      <dgm:t>
        <a:bodyPr/>
        <a:lstStyle/>
        <a:p>
          <a:r>
            <a:rPr lang="en-IN"/>
            <a:t>Knitwear: 172K (26%)</a:t>
          </a:r>
          <a:endParaRPr lang="en-US"/>
        </a:p>
      </dgm:t>
    </dgm:pt>
    <dgm:pt modelId="{287C53D0-42CB-4F7F-8502-9B6B9C27A48E}" type="parTrans" cxnId="{E25B646C-4456-4CDB-B32F-81276EFA3B27}">
      <dgm:prSet/>
      <dgm:spPr/>
      <dgm:t>
        <a:bodyPr/>
        <a:lstStyle/>
        <a:p>
          <a:endParaRPr lang="en-US"/>
        </a:p>
      </dgm:t>
    </dgm:pt>
    <dgm:pt modelId="{0610AFF9-0B8A-46F3-B45A-D50B45C90D3E}" type="sibTrans" cxnId="{E25B646C-4456-4CDB-B32F-81276EFA3B27}">
      <dgm:prSet/>
      <dgm:spPr/>
      <dgm:t>
        <a:bodyPr/>
        <a:lstStyle/>
        <a:p>
          <a:endParaRPr lang="en-US"/>
        </a:p>
      </dgm:t>
    </dgm:pt>
    <dgm:pt modelId="{73994895-4E17-464F-B56A-677E1C2ABF8B}">
      <dgm:prSet/>
      <dgm:spPr/>
      <dgm:t>
        <a:bodyPr/>
        <a:lstStyle/>
        <a:p>
          <a:r>
            <a:rPr lang="en-IN"/>
            <a:t>Printed Fabric: 156K (24%)</a:t>
          </a:r>
          <a:endParaRPr lang="en-US"/>
        </a:p>
      </dgm:t>
    </dgm:pt>
    <dgm:pt modelId="{5671E994-5692-4016-A8B5-2051BD8C9C2C}" type="parTrans" cxnId="{EFEB8341-FA1B-4C07-974F-E63DD31F0561}">
      <dgm:prSet/>
      <dgm:spPr/>
      <dgm:t>
        <a:bodyPr/>
        <a:lstStyle/>
        <a:p>
          <a:endParaRPr lang="en-US"/>
        </a:p>
      </dgm:t>
    </dgm:pt>
    <dgm:pt modelId="{155F1458-C94C-48B8-98B8-7423FFAE2E84}" type="sibTrans" cxnId="{EFEB8341-FA1B-4C07-974F-E63DD31F0561}">
      <dgm:prSet/>
      <dgm:spPr/>
      <dgm:t>
        <a:bodyPr/>
        <a:lstStyle/>
        <a:p>
          <a:endParaRPr lang="en-US"/>
        </a:p>
      </dgm:t>
    </dgm:pt>
    <dgm:pt modelId="{6C9196FB-3F3F-4415-9D38-3B971DE353A8}">
      <dgm:prSet/>
      <dgm:spPr/>
      <dgm:t>
        <a:bodyPr/>
        <a:lstStyle/>
        <a:p>
          <a:r>
            <a:rPr lang="en-IN"/>
            <a:t>Woven Labels: 153K (23%)</a:t>
          </a:r>
          <a:endParaRPr lang="en-US"/>
        </a:p>
      </dgm:t>
    </dgm:pt>
    <dgm:pt modelId="{63278039-9274-4768-8587-B55337FB2D9D}" type="parTrans" cxnId="{72519D65-420B-4CEF-B139-E9204B42AB40}">
      <dgm:prSet/>
      <dgm:spPr/>
      <dgm:t>
        <a:bodyPr/>
        <a:lstStyle/>
        <a:p>
          <a:endParaRPr lang="en-US"/>
        </a:p>
      </dgm:t>
    </dgm:pt>
    <dgm:pt modelId="{C89DA913-281E-4C93-BE02-83FB8B225052}" type="sibTrans" cxnId="{72519D65-420B-4CEF-B139-E9204B42AB40}">
      <dgm:prSet/>
      <dgm:spPr/>
      <dgm:t>
        <a:bodyPr/>
        <a:lstStyle/>
        <a:p>
          <a:endParaRPr lang="en-US"/>
        </a:p>
      </dgm:t>
    </dgm:pt>
    <dgm:pt modelId="{7CA7CD64-5687-446B-9B53-58D6EFBB54DF}">
      <dgm:prSet/>
      <dgm:spPr/>
      <dgm:t>
        <a:bodyPr/>
        <a:lstStyle/>
        <a:p>
          <a:r>
            <a:rPr lang="en-US"/>
            <a:t>Balanced distribution, but footwear leads slightly.</a:t>
          </a:r>
        </a:p>
      </dgm:t>
    </dgm:pt>
    <dgm:pt modelId="{67F67306-65C8-4C9B-9755-0216581B3580}" type="parTrans" cxnId="{5119B2D8-39CD-44DE-B876-F673589956DB}">
      <dgm:prSet/>
      <dgm:spPr/>
      <dgm:t>
        <a:bodyPr/>
        <a:lstStyle/>
        <a:p>
          <a:endParaRPr lang="en-US"/>
        </a:p>
      </dgm:t>
    </dgm:pt>
    <dgm:pt modelId="{A72D9B6C-AE5F-46F0-A317-89EACB0DDBC0}" type="sibTrans" cxnId="{5119B2D8-39CD-44DE-B876-F673589956DB}">
      <dgm:prSet/>
      <dgm:spPr/>
      <dgm:t>
        <a:bodyPr/>
        <a:lstStyle/>
        <a:p>
          <a:endParaRPr lang="en-US"/>
        </a:p>
      </dgm:t>
    </dgm:pt>
    <dgm:pt modelId="{D47222AA-C62F-474C-93F2-FC461BCF2D22}" type="pres">
      <dgm:prSet presAssocID="{B207510A-C2C5-4633-ABC0-76B9B2FF4826}" presName="linear" presStyleCnt="0">
        <dgm:presLayoutVars>
          <dgm:animLvl val="lvl"/>
          <dgm:resizeHandles val="exact"/>
        </dgm:presLayoutVars>
      </dgm:prSet>
      <dgm:spPr/>
    </dgm:pt>
    <dgm:pt modelId="{7AFA0025-F624-416D-81F0-DF9D1BB1A8D4}" type="pres">
      <dgm:prSet presAssocID="{C0F7FB53-7D7A-48D4-82C4-3B7B6D4F087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04C8424-DD46-4F6E-948D-C84BAB12A8EA}" type="pres">
      <dgm:prSet presAssocID="{CC7DB126-0F0A-44AC-B646-5C7A3575D35A}" presName="spacer" presStyleCnt="0"/>
      <dgm:spPr/>
    </dgm:pt>
    <dgm:pt modelId="{2DE3179E-C961-4A1D-B5EE-9417827EFFF3}" type="pres">
      <dgm:prSet presAssocID="{FBD6C25E-7A1B-4878-A848-1CB8CE5F17E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11B1727-47C4-4039-934C-60A7729E9A64}" type="pres">
      <dgm:prSet presAssocID="{F527F851-B273-4463-AF7B-DAAF1F6D1644}" presName="spacer" presStyleCnt="0"/>
      <dgm:spPr/>
    </dgm:pt>
    <dgm:pt modelId="{9BC473CA-1A7E-4CA3-BEB2-D2121D10731E}" type="pres">
      <dgm:prSet presAssocID="{56DB5CBF-B43F-455B-9405-2D69C3C0A66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3B148C6-9164-46F1-816B-F211D99CF4BD}" type="pres">
      <dgm:prSet presAssocID="{0610AFF9-0B8A-46F3-B45A-D50B45C90D3E}" presName="spacer" presStyleCnt="0"/>
      <dgm:spPr/>
    </dgm:pt>
    <dgm:pt modelId="{C067433A-9D5F-41F5-974A-E17E72E1352D}" type="pres">
      <dgm:prSet presAssocID="{73994895-4E17-464F-B56A-677E1C2ABF8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4750FBD-DEDB-46FE-9EAD-EDD49A248FC1}" type="pres">
      <dgm:prSet presAssocID="{155F1458-C94C-48B8-98B8-7423FFAE2E84}" presName="spacer" presStyleCnt="0"/>
      <dgm:spPr/>
    </dgm:pt>
    <dgm:pt modelId="{BFCB71E3-0ADF-4138-A3EE-8E926286FAA4}" type="pres">
      <dgm:prSet presAssocID="{6C9196FB-3F3F-4415-9D38-3B971DE353A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080ECC0-8794-4DEE-AA89-27CAA765554E}" type="pres">
      <dgm:prSet presAssocID="{C89DA913-281E-4C93-BE02-83FB8B225052}" presName="spacer" presStyleCnt="0"/>
      <dgm:spPr/>
    </dgm:pt>
    <dgm:pt modelId="{543C87D2-93BA-47D4-B9CE-55632DDF17F9}" type="pres">
      <dgm:prSet presAssocID="{7CA7CD64-5687-446B-9B53-58D6EFBB54D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6E11103-3CB7-41AC-93A5-685EA9CB4E62}" type="presOf" srcId="{6C9196FB-3F3F-4415-9D38-3B971DE353A8}" destId="{BFCB71E3-0ADF-4138-A3EE-8E926286FAA4}" srcOrd="0" destOrd="0" presId="urn:microsoft.com/office/officeart/2005/8/layout/vList2"/>
    <dgm:cxn modelId="{88C5132B-0035-46D4-ADE0-B7E26250DDCC}" type="presOf" srcId="{56DB5CBF-B43F-455B-9405-2D69C3C0A66C}" destId="{9BC473CA-1A7E-4CA3-BEB2-D2121D10731E}" srcOrd="0" destOrd="0" presId="urn:microsoft.com/office/officeart/2005/8/layout/vList2"/>
    <dgm:cxn modelId="{71907A3B-787C-46A7-8840-EC557B471CFD}" type="presOf" srcId="{B207510A-C2C5-4633-ABC0-76B9B2FF4826}" destId="{D47222AA-C62F-474C-93F2-FC461BCF2D22}" srcOrd="0" destOrd="0" presId="urn:microsoft.com/office/officeart/2005/8/layout/vList2"/>
    <dgm:cxn modelId="{EFEB8341-FA1B-4C07-974F-E63DD31F0561}" srcId="{B207510A-C2C5-4633-ABC0-76B9B2FF4826}" destId="{73994895-4E17-464F-B56A-677E1C2ABF8B}" srcOrd="3" destOrd="0" parTransId="{5671E994-5692-4016-A8B5-2051BD8C9C2C}" sibTransId="{155F1458-C94C-48B8-98B8-7423FFAE2E84}"/>
    <dgm:cxn modelId="{88982D64-C449-4283-B82E-559A835DEFBA}" type="presOf" srcId="{C0F7FB53-7D7A-48D4-82C4-3B7B6D4F087F}" destId="{7AFA0025-F624-416D-81F0-DF9D1BB1A8D4}" srcOrd="0" destOrd="0" presId="urn:microsoft.com/office/officeart/2005/8/layout/vList2"/>
    <dgm:cxn modelId="{72519D65-420B-4CEF-B139-E9204B42AB40}" srcId="{B207510A-C2C5-4633-ABC0-76B9B2FF4826}" destId="{6C9196FB-3F3F-4415-9D38-3B971DE353A8}" srcOrd="4" destOrd="0" parTransId="{63278039-9274-4768-8587-B55337FB2D9D}" sibTransId="{C89DA913-281E-4C93-BE02-83FB8B225052}"/>
    <dgm:cxn modelId="{E25B646C-4456-4CDB-B32F-81276EFA3B27}" srcId="{B207510A-C2C5-4633-ABC0-76B9B2FF4826}" destId="{56DB5CBF-B43F-455B-9405-2D69C3C0A66C}" srcOrd="2" destOrd="0" parTransId="{287C53D0-42CB-4F7F-8502-9B6B9C27A48E}" sibTransId="{0610AFF9-0B8A-46F3-B45A-D50B45C90D3E}"/>
    <dgm:cxn modelId="{BD7BE77E-0B63-4C6A-9484-3AD1B912DC0A}" type="presOf" srcId="{7CA7CD64-5687-446B-9B53-58D6EFBB54DF}" destId="{543C87D2-93BA-47D4-B9CE-55632DDF17F9}" srcOrd="0" destOrd="0" presId="urn:microsoft.com/office/officeart/2005/8/layout/vList2"/>
    <dgm:cxn modelId="{68895B87-6A2B-4F32-9BE3-5A40DD411EED}" type="presOf" srcId="{73994895-4E17-464F-B56A-677E1C2ABF8B}" destId="{C067433A-9D5F-41F5-974A-E17E72E1352D}" srcOrd="0" destOrd="0" presId="urn:microsoft.com/office/officeart/2005/8/layout/vList2"/>
    <dgm:cxn modelId="{4B0F5E92-35B3-45AD-9577-680BFA4A06F4}" type="presOf" srcId="{FBD6C25E-7A1B-4878-A848-1CB8CE5F17E4}" destId="{2DE3179E-C961-4A1D-B5EE-9417827EFFF3}" srcOrd="0" destOrd="0" presId="urn:microsoft.com/office/officeart/2005/8/layout/vList2"/>
    <dgm:cxn modelId="{9C243EA9-3893-4B54-A3F6-FD52FB1BDA71}" srcId="{B207510A-C2C5-4633-ABC0-76B9B2FF4826}" destId="{C0F7FB53-7D7A-48D4-82C4-3B7B6D4F087F}" srcOrd="0" destOrd="0" parTransId="{7A539259-CD34-4468-B6F3-DFE7398DCF1D}" sibTransId="{CC7DB126-0F0A-44AC-B646-5C7A3575D35A}"/>
    <dgm:cxn modelId="{5119B2D8-39CD-44DE-B876-F673589956DB}" srcId="{B207510A-C2C5-4633-ABC0-76B9B2FF4826}" destId="{7CA7CD64-5687-446B-9B53-58D6EFBB54DF}" srcOrd="5" destOrd="0" parTransId="{67F67306-65C8-4C9B-9755-0216581B3580}" sibTransId="{A72D9B6C-AE5F-46F0-A317-89EACB0DDBC0}"/>
    <dgm:cxn modelId="{A43BD8E8-0C37-4D01-8323-D7C7D63DE10B}" srcId="{B207510A-C2C5-4633-ABC0-76B9B2FF4826}" destId="{FBD6C25E-7A1B-4878-A848-1CB8CE5F17E4}" srcOrd="1" destOrd="0" parTransId="{82FBF9C6-C766-45CC-A572-2E32CC47D1B8}" sibTransId="{F527F851-B273-4463-AF7B-DAAF1F6D1644}"/>
    <dgm:cxn modelId="{C6BBFE2E-AA5F-4D4C-8BC7-E501612F863E}" type="presParOf" srcId="{D47222AA-C62F-474C-93F2-FC461BCF2D22}" destId="{7AFA0025-F624-416D-81F0-DF9D1BB1A8D4}" srcOrd="0" destOrd="0" presId="urn:microsoft.com/office/officeart/2005/8/layout/vList2"/>
    <dgm:cxn modelId="{07C0D5C7-A4E9-4D46-B588-16E4D9B6D1B0}" type="presParOf" srcId="{D47222AA-C62F-474C-93F2-FC461BCF2D22}" destId="{F04C8424-DD46-4F6E-948D-C84BAB12A8EA}" srcOrd="1" destOrd="0" presId="urn:microsoft.com/office/officeart/2005/8/layout/vList2"/>
    <dgm:cxn modelId="{69B76095-8C5D-4C7C-B7F9-14495E9C1EB0}" type="presParOf" srcId="{D47222AA-C62F-474C-93F2-FC461BCF2D22}" destId="{2DE3179E-C961-4A1D-B5EE-9417827EFFF3}" srcOrd="2" destOrd="0" presId="urn:microsoft.com/office/officeart/2005/8/layout/vList2"/>
    <dgm:cxn modelId="{2D1CCBCC-37D4-4B4A-A1DE-1FADFD409942}" type="presParOf" srcId="{D47222AA-C62F-474C-93F2-FC461BCF2D22}" destId="{D11B1727-47C4-4039-934C-60A7729E9A64}" srcOrd="3" destOrd="0" presId="urn:microsoft.com/office/officeart/2005/8/layout/vList2"/>
    <dgm:cxn modelId="{004410CE-2A2F-40E2-8813-FFDF2D4EED9B}" type="presParOf" srcId="{D47222AA-C62F-474C-93F2-FC461BCF2D22}" destId="{9BC473CA-1A7E-4CA3-BEB2-D2121D10731E}" srcOrd="4" destOrd="0" presId="urn:microsoft.com/office/officeart/2005/8/layout/vList2"/>
    <dgm:cxn modelId="{C85529DE-C357-497A-980F-F89F76328451}" type="presParOf" srcId="{D47222AA-C62F-474C-93F2-FC461BCF2D22}" destId="{63B148C6-9164-46F1-816B-F211D99CF4BD}" srcOrd="5" destOrd="0" presId="urn:microsoft.com/office/officeart/2005/8/layout/vList2"/>
    <dgm:cxn modelId="{8C0D8C96-B1E0-4B03-B5D5-75C3C756E56D}" type="presParOf" srcId="{D47222AA-C62F-474C-93F2-FC461BCF2D22}" destId="{C067433A-9D5F-41F5-974A-E17E72E1352D}" srcOrd="6" destOrd="0" presId="urn:microsoft.com/office/officeart/2005/8/layout/vList2"/>
    <dgm:cxn modelId="{41E16F19-3970-417A-AE35-C4C57A5A8B25}" type="presParOf" srcId="{D47222AA-C62F-474C-93F2-FC461BCF2D22}" destId="{64750FBD-DEDB-46FE-9EAD-EDD49A248FC1}" srcOrd="7" destOrd="0" presId="urn:microsoft.com/office/officeart/2005/8/layout/vList2"/>
    <dgm:cxn modelId="{F2A69D70-E3E8-42D6-97B5-71C2B28DE3ED}" type="presParOf" srcId="{D47222AA-C62F-474C-93F2-FC461BCF2D22}" destId="{BFCB71E3-0ADF-4138-A3EE-8E926286FAA4}" srcOrd="8" destOrd="0" presId="urn:microsoft.com/office/officeart/2005/8/layout/vList2"/>
    <dgm:cxn modelId="{C6BB1A4E-5448-49A4-B7C1-4CDD87ACF40A}" type="presParOf" srcId="{D47222AA-C62F-474C-93F2-FC461BCF2D22}" destId="{E080ECC0-8794-4DEE-AA89-27CAA765554E}" srcOrd="9" destOrd="0" presId="urn:microsoft.com/office/officeart/2005/8/layout/vList2"/>
    <dgm:cxn modelId="{C686CE76-D7ED-4CAC-AAF9-AEA8E106BDD7}" type="presParOf" srcId="{D47222AA-C62F-474C-93F2-FC461BCF2D22}" destId="{543C87D2-93BA-47D4-B9CE-55632DDF17F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A47B91D-8855-447E-ADE5-A9763E45EF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5C5883-9C73-4A15-8C90-DCB38435AB8B}">
      <dgm:prSet/>
      <dgm:spPr/>
      <dgm:t>
        <a:bodyPr/>
        <a:lstStyle/>
        <a:p>
          <a:r>
            <a:rPr lang="en-US"/>
            <a:t>Compares production quantity vs rejected quantity for each item.</a:t>
          </a:r>
        </a:p>
      </dgm:t>
    </dgm:pt>
    <dgm:pt modelId="{0426B3D1-CF7E-42AF-B2AB-7B656843FFE9}" type="parTrans" cxnId="{00CE2B02-CBAF-4CEE-A73E-FD86DCB73DB6}">
      <dgm:prSet/>
      <dgm:spPr/>
      <dgm:t>
        <a:bodyPr/>
        <a:lstStyle/>
        <a:p>
          <a:endParaRPr lang="en-US"/>
        </a:p>
      </dgm:t>
    </dgm:pt>
    <dgm:pt modelId="{D400D52C-8477-48F9-B7D1-55A1BBBC99BA}" type="sibTrans" cxnId="{00CE2B02-CBAF-4CEE-A73E-FD86DCB73DB6}">
      <dgm:prSet/>
      <dgm:spPr/>
      <dgm:t>
        <a:bodyPr/>
        <a:lstStyle/>
        <a:p>
          <a:endParaRPr lang="en-US"/>
        </a:p>
      </dgm:t>
    </dgm:pt>
    <dgm:pt modelId="{5C4CC0F2-72E8-4EA1-8C55-CE5D9F070E65}">
      <dgm:prSet/>
      <dgm:spPr/>
      <dgm:t>
        <a:bodyPr/>
        <a:lstStyle/>
        <a:p>
          <a:r>
            <a:rPr lang="en-US"/>
            <a:t>Useful for identifying items with high defect rates (e.g., items with high rejection relative to production).</a:t>
          </a:r>
        </a:p>
      </dgm:t>
    </dgm:pt>
    <dgm:pt modelId="{8562F643-8A30-4625-8733-2982DA5C83E8}" type="parTrans" cxnId="{F8EAD5F0-4C64-40E4-AC19-E9E548433526}">
      <dgm:prSet/>
      <dgm:spPr/>
      <dgm:t>
        <a:bodyPr/>
        <a:lstStyle/>
        <a:p>
          <a:endParaRPr lang="en-US"/>
        </a:p>
      </dgm:t>
    </dgm:pt>
    <dgm:pt modelId="{E200837D-A309-4E69-9E02-07750DFF8A76}" type="sibTrans" cxnId="{F8EAD5F0-4C64-40E4-AC19-E9E548433526}">
      <dgm:prSet/>
      <dgm:spPr/>
      <dgm:t>
        <a:bodyPr/>
        <a:lstStyle/>
        <a:p>
          <a:endParaRPr lang="en-US"/>
        </a:p>
      </dgm:t>
    </dgm:pt>
    <dgm:pt modelId="{0910AB5A-5A54-49CF-8D72-38A62EADBB83}" type="pres">
      <dgm:prSet presAssocID="{1A47B91D-8855-447E-ADE5-A9763E45EFBE}" presName="linear" presStyleCnt="0">
        <dgm:presLayoutVars>
          <dgm:animLvl val="lvl"/>
          <dgm:resizeHandles val="exact"/>
        </dgm:presLayoutVars>
      </dgm:prSet>
      <dgm:spPr/>
    </dgm:pt>
    <dgm:pt modelId="{B5404A0C-8BD4-4537-BAD3-4DD911500C3F}" type="pres">
      <dgm:prSet presAssocID="{D55C5883-9C73-4A15-8C90-DCB38435AB8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F7F6A37-6E5A-428D-89AE-318164FF801E}" type="pres">
      <dgm:prSet presAssocID="{D400D52C-8477-48F9-B7D1-55A1BBBC99BA}" presName="spacer" presStyleCnt="0"/>
      <dgm:spPr/>
    </dgm:pt>
    <dgm:pt modelId="{9CD4590F-CEA5-4BE6-9869-40BE5C5B8C08}" type="pres">
      <dgm:prSet presAssocID="{5C4CC0F2-72E8-4EA1-8C55-CE5D9F070E6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0CE2B02-CBAF-4CEE-A73E-FD86DCB73DB6}" srcId="{1A47B91D-8855-447E-ADE5-A9763E45EFBE}" destId="{D55C5883-9C73-4A15-8C90-DCB38435AB8B}" srcOrd="0" destOrd="0" parTransId="{0426B3D1-CF7E-42AF-B2AB-7B656843FFE9}" sibTransId="{D400D52C-8477-48F9-B7D1-55A1BBBC99BA}"/>
    <dgm:cxn modelId="{2E0C350F-5929-4D8C-90D5-682E7243B2D3}" type="presOf" srcId="{1A47B91D-8855-447E-ADE5-A9763E45EFBE}" destId="{0910AB5A-5A54-49CF-8D72-38A62EADBB83}" srcOrd="0" destOrd="0" presId="urn:microsoft.com/office/officeart/2005/8/layout/vList2"/>
    <dgm:cxn modelId="{E2AE684C-6F8E-4E11-B173-60B698D18558}" type="presOf" srcId="{5C4CC0F2-72E8-4EA1-8C55-CE5D9F070E65}" destId="{9CD4590F-CEA5-4BE6-9869-40BE5C5B8C08}" srcOrd="0" destOrd="0" presId="urn:microsoft.com/office/officeart/2005/8/layout/vList2"/>
    <dgm:cxn modelId="{AA0D9AA6-D1DD-481D-A78E-916D4DA50E42}" type="presOf" srcId="{D55C5883-9C73-4A15-8C90-DCB38435AB8B}" destId="{B5404A0C-8BD4-4537-BAD3-4DD911500C3F}" srcOrd="0" destOrd="0" presId="urn:microsoft.com/office/officeart/2005/8/layout/vList2"/>
    <dgm:cxn modelId="{F8EAD5F0-4C64-40E4-AC19-E9E548433526}" srcId="{1A47B91D-8855-447E-ADE5-A9763E45EFBE}" destId="{5C4CC0F2-72E8-4EA1-8C55-CE5D9F070E65}" srcOrd="1" destOrd="0" parTransId="{8562F643-8A30-4625-8733-2982DA5C83E8}" sibTransId="{E200837D-A309-4E69-9E02-07750DFF8A76}"/>
    <dgm:cxn modelId="{C140F4C3-51BE-401F-8CBA-21136589D041}" type="presParOf" srcId="{0910AB5A-5A54-49CF-8D72-38A62EADBB83}" destId="{B5404A0C-8BD4-4537-BAD3-4DD911500C3F}" srcOrd="0" destOrd="0" presId="urn:microsoft.com/office/officeart/2005/8/layout/vList2"/>
    <dgm:cxn modelId="{99AD9612-1648-4B2F-9064-2353E8E96BF4}" type="presParOf" srcId="{0910AB5A-5A54-49CF-8D72-38A62EADBB83}" destId="{5F7F6A37-6E5A-428D-89AE-318164FF801E}" srcOrd="1" destOrd="0" presId="urn:microsoft.com/office/officeart/2005/8/layout/vList2"/>
    <dgm:cxn modelId="{6DC9AE93-6B61-4A2F-9818-53166402811B}" type="presParOf" srcId="{0910AB5A-5A54-49CF-8D72-38A62EADBB83}" destId="{9CD4590F-CEA5-4BE6-9869-40BE5C5B8C0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BEBD6C7-519D-480E-9004-74E993B460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D72CC7-ACBF-47EB-8DE4-29C0E16F768D}">
      <dgm:prSet/>
      <dgm:spPr/>
      <dgm:t>
        <a:bodyPr/>
        <a:lstStyle/>
        <a:p>
          <a:r>
            <a:rPr lang="en-IN"/>
            <a:t>Displays employee production efficiency:</a:t>
          </a:r>
          <a:endParaRPr lang="en-US"/>
        </a:p>
      </dgm:t>
    </dgm:pt>
    <dgm:pt modelId="{CD038CB5-1DCE-4912-B322-9F54FF47FEE3}" type="parTrans" cxnId="{30EC122D-5A21-4778-9CE4-B693010EF01F}">
      <dgm:prSet/>
      <dgm:spPr/>
      <dgm:t>
        <a:bodyPr/>
        <a:lstStyle/>
        <a:p>
          <a:endParaRPr lang="en-US"/>
        </a:p>
      </dgm:t>
    </dgm:pt>
    <dgm:pt modelId="{1A9F7A5A-F01F-421C-B4CE-64F57DF95851}" type="sibTrans" cxnId="{30EC122D-5A21-4778-9CE4-B693010EF01F}">
      <dgm:prSet/>
      <dgm:spPr/>
      <dgm:t>
        <a:bodyPr/>
        <a:lstStyle/>
        <a:p>
          <a:endParaRPr lang="en-US"/>
        </a:p>
      </dgm:t>
    </dgm:pt>
    <dgm:pt modelId="{4B59D4C6-32B3-45D0-A224-36E8DA19FB5D}">
      <dgm:prSet/>
      <dgm:spPr/>
      <dgm:t>
        <a:bodyPr/>
        <a:lstStyle/>
        <a:p>
          <a:r>
            <a:rPr lang="en-US"/>
            <a:t>Current: 87.07 out of 174.15</a:t>
          </a:r>
        </a:p>
      </dgm:t>
    </dgm:pt>
    <dgm:pt modelId="{B21658F4-F7E2-45B9-9021-E4757216A709}" type="parTrans" cxnId="{48709888-D6BA-4F48-9E99-0C76DEAA5F87}">
      <dgm:prSet/>
      <dgm:spPr/>
      <dgm:t>
        <a:bodyPr/>
        <a:lstStyle/>
        <a:p>
          <a:endParaRPr lang="en-US"/>
        </a:p>
      </dgm:t>
    </dgm:pt>
    <dgm:pt modelId="{0FAC4957-0D7B-4D7E-9455-3D0A0EC16616}" type="sibTrans" cxnId="{48709888-D6BA-4F48-9E99-0C76DEAA5F87}">
      <dgm:prSet/>
      <dgm:spPr/>
      <dgm:t>
        <a:bodyPr/>
        <a:lstStyle/>
        <a:p>
          <a:endParaRPr lang="en-US"/>
        </a:p>
      </dgm:t>
    </dgm:pt>
    <dgm:pt modelId="{D1C5E8D7-81E3-434A-9FCD-2E5B2481C46E}">
      <dgm:prSet/>
      <dgm:spPr/>
      <dgm:t>
        <a:bodyPr/>
        <a:lstStyle/>
        <a:p>
          <a:r>
            <a:rPr lang="en-US"/>
            <a:t>This likely represents an average efficiency score, where 100 could be the benchmark.</a:t>
          </a:r>
        </a:p>
      </dgm:t>
    </dgm:pt>
    <dgm:pt modelId="{389EB0EA-B5F0-4E5A-8D5E-2B98C7D1AB56}" type="parTrans" cxnId="{C5A87E54-4075-4352-B54C-5D1755EBFE50}">
      <dgm:prSet/>
      <dgm:spPr/>
      <dgm:t>
        <a:bodyPr/>
        <a:lstStyle/>
        <a:p>
          <a:endParaRPr lang="en-US"/>
        </a:p>
      </dgm:t>
    </dgm:pt>
    <dgm:pt modelId="{A652DA9E-9A65-4BC8-9C9C-CBDD2757DC42}" type="sibTrans" cxnId="{C5A87E54-4075-4352-B54C-5D1755EBFE50}">
      <dgm:prSet/>
      <dgm:spPr/>
      <dgm:t>
        <a:bodyPr/>
        <a:lstStyle/>
        <a:p>
          <a:endParaRPr lang="en-US"/>
        </a:p>
      </dgm:t>
    </dgm:pt>
    <dgm:pt modelId="{41716D69-E99B-4BA6-8C16-8550D93154E6}">
      <dgm:prSet/>
      <dgm:spPr/>
      <dgm:t>
        <a:bodyPr/>
        <a:lstStyle/>
        <a:p>
          <a:r>
            <a:rPr lang="en-US"/>
            <a:t>Shows there's scope for improvement.</a:t>
          </a:r>
        </a:p>
      </dgm:t>
    </dgm:pt>
    <dgm:pt modelId="{7EB51D8A-681A-496A-A18A-CECBBFE1FF29}" type="parTrans" cxnId="{C5D71D00-A80F-4BC2-ABB2-DF4A7E8ECC91}">
      <dgm:prSet/>
      <dgm:spPr/>
      <dgm:t>
        <a:bodyPr/>
        <a:lstStyle/>
        <a:p>
          <a:endParaRPr lang="en-US"/>
        </a:p>
      </dgm:t>
    </dgm:pt>
    <dgm:pt modelId="{A28D5BEC-3CE5-4095-B51D-6FF857579EE1}" type="sibTrans" cxnId="{C5D71D00-A80F-4BC2-ABB2-DF4A7E8ECC91}">
      <dgm:prSet/>
      <dgm:spPr/>
      <dgm:t>
        <a:bodyPr/>
        <a:lstStyle/>
        <a:p>
          <a:endParaRPr lang="en-US"/>
        </a:p>
      </dgm:t>
    </dgm:pt>
    <dgm:pt modelId="{1E386343-967D-4EFF-BEA4-EDCFA8F21AF2}" type="pres">
      <dgm:prSet presAssocID="{FBEBD6C7-519D-480E-9004-74E993B46040}" presName="linear" presStyleCnt="0">
        <dgm:presLayoutVars>
          <dgm:animLvl val="lvl"/>
          <dgm:resizeHandles val="exact"/>
        </dgm:presLayoutVars>
      </dgm:prSet>
      <dgm:spPr/>
    </dgm:pt>
    <dgm:pt modelId="{565DDA29-38CC-40FA-A2F9-7FDB8186B8B3}" type="pres">
      <dgm:prSet presAssocID="{E6D72CC7-ACBF-47EB-8DE4-29C0E16F768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039A1EE-72CA-4D81-AD69-700E35452307}" type="pres">
      <dgm:prSet presAssocID="{1A9F7A5A-F01F-421C-B4CE-64F57DF95851}" presName="spacer" presStyleCnt="0"/>
      <dgm:spPr/>
    </dgm:pt>
    <dgm:pt modelId="{3BF39B52-7682-41B3-8996-16C3DACD0726}" type="pres">
      <dgm:prSet presAssocID="{4B59D4C6-32B3-45D0-A224-36E8DA19FB5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CE423A7-3F22-4E92-96BB-F456A0135736}" type="pres">
      <dgm:prSet presAssocID="{0FAC4957-0D7B-4D7E-9455-3D0A0EC16616}" presName="spacer" presStyleCnt="0"/>
      <dgm:spPr/>
    </dgm:pt>
    <dgm:pt modelId="{491D3738-4F9F-4C16-9403-D0B0C85A0208}" type="pres">
      <dgm:prSet presAssocID="{D1C5E8D7-81E3-434A-9FCD-2E5B2481C46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A106C4-3FAC-4F5C-A596-78B96FD4863E}" type="pres">
      <dgm:prSet presAssocID="{A652DA9E-9A65-4BC8-9C9C-CBDD2757DC42}" presName="spacer" presStyleCnt="0"/>
      <dgm:spPr/>
    </dgm:pt>
    <dgm:pt modelId="{4DEBE5E4-0D00-4997-8C04-426093B7EE61}" type="pres">
      <dgm:prSet presAssocID="{41716D69-E99B-4BA6-8C16-8550D93154E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5D71D00-A80F-4BC2-ABB2-DF4A7E8ECC91}" srcId="{FBEBD6C7-519D-480E-9004-74E993B46040}" destId="{41716D69-E99B-4BA6-8C16-8550D93154E6}" srcOrd="3" destOrd="0" parTransId="{7EB51D8A-681A-496A-A18A-CECBBFE1FF29}" sibTransId="{A28D5BEC-3CE5-4095-B51D-6FF857579EE1}"/>
    <dgm:cxn modelId="{30EC122D-5A21-4778-9CE4-B693010EF01F}" srcId="{FBEBD6C7-519D-480E-9004-74E993B46040}" destId="{E6D72CC7-ACBF-47EB-8DE4-29C0E16F768D}" srcOrd="0" destOrd="0" parTransId="{CD038CB5-1DCE-4912-B322-9F54FF47FEE3}" sibTransId="{1A9F7A5A-F01F-421C-B4CE-64F57DF95851}"/>
    <dgm:cxn modelId="{A229812D-9E9E-4EC1-B67C-E4401013C97E}" type="presOf" srcId="{D1C5E8D7-81E3-434A-9FCD-2E5B2481C46E}" destId="{491D3738-4F9F-4C16-9403-D0B0C85A0208}" srcOrd="0" destOrd="0" presId="urn:microsoft.com/office/officeart/2005/8/layout/vList2"/>
    <dgm:cxn modelId="{E97A693D-70C4-4E79-BA37-10D4C4E2BD6A}" type="presOf" srcId="{FBEBD6C7-519D-480E-9004-74E993B46040}" destId="{1E386343-967D-4EFF-BEA4-EDCFA8F21AF2}" srcOrd="0" destOrd="0" presId="urn:microsoft.com/office/officeart/2005/8/layout/vList2"/>
    <dgm:cxn modelId="{FE9C7944-490B-43C6-87B4-EC66D9071A88}" type="presOf" srcId="{41716D69-E99B-4BA6-8C16-8550D93154E6}" destId="{4DEBE5E4-0D00-4997-8C04-426093B7EE61}" srcOrd="0" destOrd="0" presId="urn:microsoft.com/office/officeart/2005/8/layout/vList2"/>
    <dgm:cxn modelId="{C5A87E54-4075-4352-B54C-5D1755EBFE50}" srcId="{FBEBD6C7-519D-480E-9004-74E993B46040}" destId="{D1C5E8D7-81E3-434A-9FCD-2E5B2481C46E}" srcOrd="2" destOrd="0" parTransId="{389EB0EA-B5F0-4E5A-8D5E-2B98C7D1AB56}" sibTransId="{A652DA9E-9A65-4BC8-9C9C-CBDD2757DC42}"/>
    <dgm:cxn modelId="{48709888-D6BA-4F48-9E99-0C76DEAA5F87}" srcId="{FBEBD6C7-519D-480E-9004-74E993B46040}" destId="{4B59D4C6-32B3-45D0-A224-36E8DA19FB5D}" srcOrd="1" destOrd="0" parTransId="{B21658F4-F7E2-45B9-9021-E4757216A709}" sibTransId="{0FAC4957-0D7B-4D7E-9455-3D0A0EC16616}"/>
    <dgm:cxn modelId="{E27CAECF-75BD-4B60-AB65-274FD502888A}" type="presOf" srcId="{E6D72CC7-ACBF-47EB-8DE4-29C0E16F768D}" destId="{565DDA29-38CC-40FA-A2F9-7FDB8186B8B3}" srcOrd="0" destOrd="0" presId="urn:microsoft.com/office/officeart/2005/8/layout/vList2"/>
    <dgm:cxn modelId="{754A2CE6-51DD-4CCF-80FE-B83369C2DE8C}" type="presOf" srcId="{4B59D4C6-32B3-45D0-A224-36E8DA19FB5D}" destId="{3BF39B52-7682-41B3-8996-16C3DACD0726}" srcOrd="0" destOrd="0" presId="urn:microsoft.com/office/officeart/2005/8/layout/vList2"/>
    <dgm:cxn modelId="{ADC0D59F-1BF2-48A3-9D31-B049A913E1C9}" type="presParOf" srcId="{1E386343-967D-4EFF-BEA4-EDCFA8F21AF2}" destId="{565DDA29-38CC-40FA-A2F9-7FDB8186B8B3}" srcOrd="0" destOrd="0" presId="urn:microsoft.com/office/officeart/2005/8/layout/vList2"/>
    <dgm:cxn modelId="{A5F9DC14-C978-4DCC-9E84-AA139F54FE91}" type="presParOf" srcId="{1E386343-967D-4EFF-BEA4-EDCFA8F21AF2}" destId="{7039A1EE-72CA-4D81-AD69-700E35452307}" srcOrd="1" destOrd="0" presId="urn:microsoft.com/office/officeart/2005/8/layout/vList2"/>
    <dgm:cxn modelId="{718B5DB4-45DF-499A-B9A3-1578AACE8D5B}" type="presParOf" srcId="{1E386343-967D-4EFF-BEA4-EDCFA8F21AF2}" destId="{3BF39B52-7682-41B3-8996-16C3DACD0726}" srcOrd="2" destOrd="0" presId="urn:microsoft.com/office/officeart/2005/8/layout/vList2"/>
    <dgm:cxn modelId="{E2F2A90A-D0CD-427E-9321-7AA6F7DB175B}" type="presParOf" srcId="{1E386343-967D-4EFF-BEA4-EDCFA8F21AF2}" destId="{ACE423A7-3F22-4E92-96BB-F456A0135736}" srcOrd="3" destOrd="0" presId="urn:microsoft.com/office/officeart/2005/8/layout/vList2"/>
    <dgm:cxn modelId="{4529B3FA-0D4E-4BAC-AFDF-69FF708D166C}" type="presParOf" srcId="{1E386343-967D-4EFF-BEA4-EDCFA8F21AF2}" destId="{491D3738-4F9F-4C16-9403-D0B0C85A0208}" srcOrd="4" destOrd="0" presId="urn:microsoft.com/office/officeart/2005/8/layout/vList2"/>
    <dgm:cxn modelId="{C05C20CB-4367-41B7-A794-12506A985785}" type="presParOf" srcId="{1E386343-967D-4EFF-BEA4-EDCFA8F21AF2}" destId="{D6A106C4-3FAC-4F5C-A596-78B96FD4863E}" srcOrd="5" destOrd="0" presId="urn:microsoft.com/office/officeart/2005/8/layout/vList2"/>
    <dgm:cxn modelId="{2B5A4FE8-1557-42FD-8A42-EADA6BE3D5C7}" type="presParOf" srcId="{1E386343-967D-4EFF-BEA4-EDCFA8F21AF2}" destId="{4DEBE5E4-0D00-4997-8C04-426093B7EE6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2700E-B465-4E73-858C-ACC424BEA39A}">
      <dsp:nvSpPr>
        <dsp:cNvPr id="0" name=""/>
        <dsp:cNvSpPr/>
      </dsp:nvSpPr>
      <dsp:spPr>
        <a:xfrm>
          <a:off x="0" y="874763"/>
          <a:ext cx="7152640" cy="16149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77D0F7-3DA8-477D-9CE8-EF0F2B50B3C6}">
      <dsp:nvSpPr>
        <dsp:cNvPr id="0" name=""/>
        <dsp:cNvSpPr/>
      </dsp:nvSpPr>
      <dsp:spPr>
        <a:xfrm>
          <a:off x="488521" y="1238127"/>
          <a:ext cx="888221" cy="8882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4B67B-15B9-46D7-807F-D54D4FAA585F}">
      <dsp:nvSpPr>
        <dsp:cNvPr id="0" name=""/>
        <dsp:cNvSpPr/>
      </dsp:nvSpPr>
      <dsp:spPr>
        <a:xfrm>
          <a:off x="1865265" y="874763"/>
          <a:ext cx="5287374" cy="1614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915" tIns="170915" rIns="170915" bIns="1709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Represents the total quantity manufactured across all departments.</a:t>
          </a:r>
        </a:p>
      </dsp:txBody>
      <dsp:txXfrm>
        <a:off x="1865265" y="874763"/>
        <a:ext cx="5287374" cy="1614948"/>
      </dsp:txXfrm>
    </dsp:sp>
    <dsp:sp modelId="{35A8E215-6395-40EB-939D-A5C344743097}">
      <dsp:nvSpPr>
        <dsp:cNvPr id="0" name=""/>
        <dsp:cNvSpPr/>
      </dsp:nvSpPr>
      <dsp:spPr>
        <a:xfrm>
          <a:off x="0" y="2893449"/>
          <a:ext cx="7152640" cy="16149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ED82B-0427-484A-B91B-BC4B863A8B2D}">
      <dsp:nvSpPr>
        <dsp:cNvPr id="0" name=""/>
        <dsp:cNvSpPr/>
      </dsp:nvSpPr>
      <dsp:spPr>
        <a:xfrm>
          <a:off x="488521" y="3256812"/>
          <a:ext cx="888221" cy="8882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421C8-5F8B-4F19-83ED-9438A47C33C8}">
      <dsp:nvSpPr>
        <dsp:cNvPr id="0" name=""/>
        <dsp:cNvSpPr/>
      </dsp:nvSpPr>
      <dsp:spPr>
        <a:xfrm>
          <a:off x="1865265" y="2893449"/>
          <a:ext cx="5287374" cy="1614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915" tIns="170915" rIns="170915" bIns="1709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key volume indicator showing the scale of production.</a:t>
          </a:r>
        </a:p>
      </dsp:txBody>
      <dsp:txXfrm>
        <a:off x="1865265" y="2893449"/>
        <a:ext cx="5287374" cy="161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E1690-72DA-4BC1-8CAB-85322CADEDCE}">
      <dsp:nvSpPr>
        <dsp:cNvPr id="0" name=""/>
        <dsp:cNvSpPr/>
      </dsp:nvSpPr>
      <dsp:spPr>
        <a:xfrm>
          <a:off x="0" y="980539"/>
          <a:ext cx="6019800" cy="18102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917635-768F-4B3F-801F-A78D5F0644EE}">
      <dsp:nvSpPr>
        <dsp:cNvPr id="0" name=""/>
        <dsp:cNvSpPr/>
      </dsp:nvSpPr>
      <dsp:spPr>
        <a:xfrm>
          <a:off x="547593" y="1387840"/>
          <a:ext cx="995624" cy="9956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AAA32-CA6D-43FD-B9C1-73251E2367A3}">
      <dsp:nvSpPr>
        <dsp:cNvPr id="0" name=""/>
        <dsp:cNvSpPr/>
      </dsp:nvSpPr>
      <dsp:spPr>
        <a:xfrm>
          <a:off x="2090811" y="980539"/>
          <a:ext cx="3928988" cy="1810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582" tIns="191582" rIns="191582" bIns="19158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Total rejected quantity during production.</a:t>
          </a:r>
        </a:p>
      </dsp:txBody>
      <dsp:txXfrm>
        <a:off x="2090811" y="980539"/>
        <a:ext cx="3928988" cy="1810226"/>
      </dsp:txXfrm>
    </dsp:sp>
    <dsp:sp modelId="{A388F40A-AADC-4FF5-B54A-CB7F17BE8891}">
      <dsp:nvSpPr>
        <dsp:cNvPr id="0" name=""/>
        <dsp:cNvSpPr/>
      </dsp:nvSpPr>
      <dsp:spPr>
        <a:xfrm>
          <a:off x="0" y="3243321"/>
          <a:ext cx="6019800" cy="18102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C24FD2-F914-436E-BB1C-585F8BB54B82}">
      <dsp:nvSpPr>
        <dsp:cNvPr id="0" name=""/>
        <dsp:cNvSpPr/>
      </dsp:nvSpPr>
      <dsp:spPr>
        <a:xfrm>
          <a:off x="547593" y="3650622"/>
          <a:ext cx="995624" cy="9956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6ED81-0D86-48BD-ADDD-F09B45A13858}">
      <dsp:nvSpPr>
        <dsp:cNvPr id="0" name=""/>
        <dsp:cNvSpPr/>
      </dsp:nvSpPr>
      <dsp:spPr>
        <a:xfrm>
          <a:off x="2090811" y="3243321"/>
          <a:ext cx="3928988" cy="1810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582" tIns="191582" rIns="191582" bIns="19158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Indicates areas of quality issues or production errors.</a:t>
          </a:r>
        </a:p>
      </dsp:txBody>
      <dsp:txXfrm>
        <a:off x="2090811" y="3243321"/>
        <a:ext cx="3928988" cy="18102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69028-FA9E-4B58-AD7A-1B2DD1928F73}">
      <dsp:nvSpPr>
        <dsp:cNvPr id="0" name=""/>
        <dsp:cNvSpPr/>
      </dsp:nvSpPr>
      <dsp:spPr>
        <a:xfrm>
          <a:off x="0" y="31833"/>
          <a:ext cx="6019800" cy="29261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Total processed quantity, possibly including both good and rejected units.</a:t>
          </a:r>
        </a:p>
      </dsp:txBody>
      <dsp:txXfrm>
        <a:off x="142844" y="174677"/>
        <a:ext cx="5734112" cy="2640482"/>
      </dsp:txXfrm>
    </dsp:sp>
    <dsp:sp modelId="{BD7F39BC-4ABF-470C-A384-61A71083C557}">
      <dsp:nvSpPr>
        <dsp:cNvPr id="0" name=""/>
        <dsp:cNvSpPr/>
      </dsp:nvSpPr>
      <dsp:spPr>
        <a:xfrm>
          <a:off x="0" y="3076084"/>
          <a:ext cx="6019800" cy="29261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Shows throughput across the entire manufacturing cycle.</a:t>
          </a:r>
        </a:p>
      </dsp:txBody>
      <dsp:txXfrm>
        <a:off x="142844" y="3218928"/>
        <a:ext cx="5734112" cy="2640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B30561-CC3E-46C8-B55C-56BBC95F3175}">
      <dsp:nvSpPr>
        <dsp:cNvPr id="0" name=""/>
        <dsp:cNvSpPr/>
      </dsp:nvSpPr>
      <dsp:spPr>
        <a:xfrm>
          <a:off x="0" y="1018560"/>
          <a:ext cx="6019800" cy="18804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EB6618-A2DD-4818-BB1E-0E2A5AFA9E06}">
      <dsp:nvSpPr>
        <dsp:cNvPr id="0" name=""/>
        <dsp:cNvSpPr/>
      </dsp:nvSpPr>
      <dsp:spPr>
        <a:xfrm>
          <a:off x="568826" y="1441654"/>
          <a:ext cx="1034230" cy="10342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8CBAA-9061-4A41-8FD8-19A2E1FC92FF}">
      <dsp:nvSpPr>
        <dsp:cNvPr id="0" name=""/>
        <dsp:cNvSpPr/>
      </dsp:nvSpPr>
      <dsp:spPr>
        <a:xfrm>
          <a:off x="2171884" y="1018560"/>
          <a:ext cx="3847915" cy="1880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011" tIns="199011" rIns="199011" bIns="19901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Total wastage percentage.</a:t>
          </a:r>
          <a:endParaRPr lang="en-US" sz="2300" kern="1200"/>
        </a:p>
      </dsp:txBody>
      <dsp:txXfrm>
        <a:off x="2171884" y="1018560"/>
        <a:ext cx="3847915" cy="1880419"/>
      </dsp:txXfrm>
    </dsp:sp>
    <dsp:sp modelId="{E5BE87ED-8994-4458-B90D-6CA7DA598D4B}">
      <dsp:nvSpPr>
        <dsp:cNvPr id="0" name=""/>
        <dsp:cNvSpPr/>
      </dsp:nvSpPr>
      <dsp:spPr>
        <a:xfrm>
          <a:off x="0" y="3369084"/>
          <a:ext cx="6019800" cy="18804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FDAD9D-DC9B-4157-B58A-7A09ED7DD87D}">
      <dsp:nvSpPr>
        <dsp:cNvPr id="0" name=""/>
        <dsp:cNvSpPr/>
      </dsp:nvSpPr>
      <dsp:spPr>
        <a:xfrm>
          <a:off x="568826" y="3792179"/>
          <a:ext cx="1034230" cy="10342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F99C7B-84C3-4FC1-A4D7-5EA85C2DAA50}">
      <dsp:nvSpPr>
        <dsp:cNvPr id="0" name=""/>
        <dsp:cNvSpPr/>
      </dsp:nvSpPr>
      <dsp:spPr>
        <a:xfrm>
          <a:off x="2171884" y="3369084"/>
          <a:ext cx="3847915" cy="1880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011" tIns="199011" rIns="199011" bIns="19901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critical efficiency metric. A wastage of 0.8% is relatively low and suggests efficient material usage.</a:t>
          </a:r>
        </a:p>
      </dsp:txBody>
      <dsp:txXfrm>
        <a:off x="2171884" y="3369084"/>
        <a:ext cx="3847915" cy="18804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BB357-BC0B-49DC-A848-03791871237C}">
      <dsp:nvSpPr>
        <dsp:cNvPr id="0" name=""/>
        <dsp:cNvSpPr/>
      </dsp:nvSpPr>
      <dsp:spPr>
        <a:xfrm>
          <a:off x="0" y="2504"/>
          <a:ext cx="6019800" cy="12692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44CEDF-0EE1-4EA9-82DC-24152D9E8831}">
      <dsp:nvSpPr>
        <dsp:cNvPr id="0" name=""/>
        <dsp:cNvSpPr/>
      </dsp:nvSpPr>
      <dsp:spPr>
        <a:xfrm>
          <a:off x="383957" y="288092"/>
          <a:ext cx="698103" cy="6981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EE060-0DB9-4A8A-ABF9-94E89BCCF07F}">
      <dsp:nvSpPr>
        <dsp:cNvPr id="0" name=""/>
        <dsp:cNvSpPr/>
      </dsp:nvSpPr>
      <dsp:spPr>
        <a:xfrm>
          <a:off x="1466018" y="2504"/>
          <a:ext cx="4553781" cy="126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2" tIns="134332" rIns="134332" bIns="13433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Displays monthly production trends by department.</a:t>
          </a:r>
        </a:p>
      </dsp:txBody>
      <dsp:txXfrm>
        <a:off x="1466018" y="2504"/>
        <a:ext cx="4553781" cy="1269279"/>
      </dsp:txXfrm>
    </dsp:sp>
    <dsp:sp modelId="{A8DD25F3-C234-4AA2-B2D3-890C513AFB3E}">
      <dsp:nvSpPr>
        <dsp:cNvPr id="0" name=""/>
        <dsp:cNvSpPr/>
      </dsp:nvSpPr>
      <dsp:spPr>
        <a:xfrm>
          <a:off x="0" y="1589104"/>
          <a:ext cx="6019800" cy="12692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90D31-F345-4CE7-8896-B0725C8D33C8}">
      <dsp:nvSpPr>
        <dsp:cNvPr id="0" name=""/>
        <dsp:cNvSpPr/>
      </dsp:nvSpPr>
      <dsp:spPr>
        <a:xfrm>
          <a:off x="383957" y="1874692"/>
          <a:ext cx="698103" cy="6981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7A282-CA88-4003-9BEE-250D4D70176C}">
      <dsp:nvSpPr>
        <dsp:cNvPr id="0" name=""/>
        <dsp:cNvSpPr/>
      </dsp:nvSpPr>
      <dsp:spPr>
        <a:xfrm>
          <a:off x="1466018" y="1589104"/>
          <a:ext cx="4553781" cy="126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2" tIns="134332" rIns="134332" bIns="13433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Peak: 5.25M (early in the period)</a:t>
          </a:r>
        </a:p>
      </dsp:txBody>
      <dsp:txXfrm>
        <a:off x="1466018" y="1589104"/>
        <a:ext cx="4553781" cy="1269279"/>
      </dsp:txXfrm>
    </dsp:sp>
    <dsp:sp modelId="{D1494A6E-9621-463D-935E-C6C5A92FF4C9}">
      <dsp:nvSpPr>
        <dsp:cNvPr id="0" name=""/>
        <dsp:cNvSpPr/>
      </dsp:nvSpPr>
      <dsp:spPr>
        <a:xfrm>
          <a:off x="0" y="3175703"/>
          <a:ext cx="6019800" cy="12692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EC915C-27FF-40F2-BB1D-9C3493D71B31}">
      <dsp:nvSpPr>
        <dsp:cNvPr id="0" name=""/>
        <dsp:cNvSpPr/>
      </dsp:nvSpPr>
      <dsp:spPr>
        <a:xfrm>
          <a:off x="383957" y="3461291"/>
          <a:ext cx="698103" cy="6981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B16B1-41D1-4D08-B57A-EF07C7646AA0}">
      <dsp:nvSpPr>
        <dsp:cNvPr id="0" name=""/>
        <dsp:cNvSpPr/>
      </dsp:nvSpPr>
      <dsp:spPr>
        <a:xfrm>
          <a:off x="1466018" y="3175703"/>
          <a:ext cx="4553781" cy="126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2" tIns="134332" rIns="134332" bIns="13433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Low: 4.80M</a:t>
          </a:r>
          <a:endParaRPr lang="en-US" sz="2100" kern="1200"/>
        </a:p>
      </dsp:txBody>
      <dsp:txXfrm>
        <a:off x="1466018" y="3175703"/>
        <a:ext cx="4553781" cy="1269279"/>
      </dsp:txXfrm>
    </dsp:sp>
    <dsp:sp modelId="{F7F8E3F6-8489-4937-90FF-733F2547A1EA}">
      <dsp:nvSpPr>
        <dsp:cNvPr id="0" name=""/>
        <dsp:cNvSpPr/>
      </dsp:nvSpPr>
      <dsp:spPr>
        <a:xfrm>
          <a:off x="0" y="4762303"/>
          <a:ext cx="6019800" cy="12692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A7E0C-C035-45C1-884B-A7791E00A747}">
      <dsp:nvSpPr>
        <dsp:cNvPr id="0" name=""/>
        <dsp:cNvSpPr/>
      </dsp:nvSpPr>
      <dsp:spPr>
        <a:xfrm>
          <a:off x="383957" y="5047891"/>
          <a:ext cx="698103" cy="6981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B4A38-5258-4212-AC2D-3680437509E8}">
      <dsp:nvSpPr>
        <dsp:cNvPr id="0" name=""/>
        <dsp:cNvSpPr/>
      </dsp:nvSpPr>
      <dsp:spPr>
        <a:xfrm>
          <a:off x="1466018" y="4762303"/>
          <a:ext cx="4553781" cy="126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2" tIns="134332" rIns="134332" bIns="13433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Shows fluctuations in output, indicating inconsistencies that may need process optimization.</a:t>
          </a:r>
        </a:p>
      </dsp:txBody>
      <dsp:txXfrm>
        <a:off x="1466018" y="4762303"/>
        <a:ext cx="4553781" cy="12692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F8CD0-1BDA-4DAD-9190-3A2A19E4B98E}">
      <dsp:nvSpPr>
        <dsp:cNvPr id="0" name=""/>
        <dsp:cNvSpPr/>
      </dsp:nvSpPr>
      <dsp:spPr>
        <a:xfrm>
          <a:off x="0" y="2504"/>
          <a:ext cx="6019800" cy="12692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38C640-CFF8-4BD0-87B4-12D4FD32BAE3}">
      <dsp:nvSpPr>
        <dsp:cNvPr id="0" name=""/>
        <dsp:cNvSpPr/>
      </dsp:nvSpPr>
      <dsp:spPr>
        <a:xfrm>
          <a:off x="383957" y="288092"/>
          <a:ext cx="698103" cy="6981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FD3939-3301-4ECD-B89C-1F07BC1ACBD2}">
      <dsp:nvSpPr>
        <dsp:cNvPr id="0" name=""/>
        <dsp:cNvSpPr/>
      </dsp:nvSpPr>
      <dsp:spPr>
        <a:xfrm>
          <a:off x="1466017" y="2504"/>
          <a:ext cx="4553782" cy="126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2" tIns="134332" rIns="134332" bIns="13433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Visualizes cost incurred by different machine operations:</a:t>
          </a:r>
        </a:p>
      </dsp:txBody>
      <dsp:txXfrm>
        <a:off x="1466017" y="2504"/>
        <a:ext cx="4553782" cy="1269279"/>
      </dsp:txXfrm>
    </dsp:sp>
    <dsp:sp modelId="{5AF1E45B-0EA5-4B06-84B3-EACD99CF6BD9}">
      <dsp:nvSpPr>
        <dsp:cNvPr id="0" name=""/>
        <dsp:cNvSpPr/>
      </dsp:nvSpPr>
      <dsp:spPr>
        <a:xfrm>
          <a:off x="0" y="1589103"/>
          <a:ext cx="6019800" cy="12692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044ADD-8469-4E5E-BBDB-1B708438DF9E}">
      <dsp:nvSpPr>
        <dsp:cNvPr id="0" name=""/>
        <dsp:cNvSpPr/>
      </dsp:nvSpPr>
      <dsp:spPr>
        <a:xfrm>
          <a:off x="383957" y="1874691"/>
          <a:ext cx="698103" cy="6981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AE169-7EFE-4081-88F9-EB97FDF95498}">
      <dsp:nvSpPr>
        <dsp:cNvPr id="0" name=""/>
        <dsp:cNvSpPr/>
      </dsp:nvSpPr>
      <dsp:spPr>
        <a:xfrm>
          <a:off x="1466017" y="1589103"/>
          <a:ext cx="4553782" cy="126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2" tIns="134332" rIns="134332" bIns="13433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Highest: Cut &amp; Fold – 3.54M</a:t>
          </a:r>
          <a:endParaRPr lang="en-US" sz="2100" kern="1200"/>
        </a:p>
      </dsp:txBody>
      <dsp:txXfrm>
        <a:off x="1466017" y="1589103"/>
        <a:ext cx="4553782" cy="1269279"/>
      </dsp:txXfrm>
    </dsp:sp>
    <dsp:sp modelId="{C00FB8AF-23C5-4FBD-AD2F-FA5A9C468226}">
      <dsp:nvSpPr>
        <dsp:cNvPr id="0" name=""/>
        <dsp:cNvSpPr/>
      </dsp:nvSpPr>
      <dsp:spPr>
        <a:xfrm>
          <a:off x="0" y="3175703"/>
          <a:ext cx="6019800" cy="12692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658BC-BA2C-4E85-A9B1-033E6C99AEB7}">
      <dsp:nvSpPr>
        <dsp:cNvPr id="0" name=""/>
        <dsp:cNvSpPr/>
      </dsp:nvSpPr>
      <dsp:spPr>
        <a:xfrm>
          <a:off x="383957" y="3461291"/>
          <a:ext cx="698103" cy="6981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D7684-C4B3-4EA1-87EF-2854ECE6DF5B}">
      <dsp:nvSpPr>
        <dsp:cNvPr id="0" name=""/>
        <dsp:cNvSpPr/>
      </dsp:nvSpPr>
      <dsp:spPr>
        <a:xfrm>
          <a:off x="1466017" y="3175703"/>
          <a:ext cx="4553782" cy="126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2" tIns="134332" rIns="134332" bIns="13433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Others: Printing (2.62M), Weaving (2.45M), Cross Check (2.41M), Packing (2.11M), Ultrasonic (1.51M)</a:t>
          </a:r>
        </a:p>
      </dsp:txBody>
      <dsp:txXfrm>
        <a:off x="1466017" y="3175703"/>
        <a:ext cx="4553782" cy="1269279"/>
      </dsp:txXfrm>
    </dsp:sp>
    <dsp:sp modelId="{3E9B48B2-D9D0-402B-AD3E-91825974F2D6}">
      <dsp:nvSpPr>
        <dsp:cNvPr id="0" name=""/>
        <dsp:cNvSpPr/>
      </dsp:nvSpPr>
      <dsp:spPr>
        <a:xfrm>
          <a:off x="0" y="4762302"/>
          <a:ext cx="6019800" cy="12692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833D54-A584-43FF-9881-79356878DB46}">
      <dsp:nvSpPr>
        <dsp:cNvPr id="0" name=""/>
        <dsp:cNvSpPr/>
      </dsp:nvSpPr>
      <dsp:spPr>
        <a:xfrm>
          <a:off x="383957" y="5047890"/>
          <a:ext cx="698103" cy="6981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CA1A6-B379-426C-B0BA-D0076E5F262C}">
      <dsp:nvSpPr>
        <dsp:cNvPr id="0" name=""/>
        <dsp:cNvSpPr/>
      </dsp:nvSpPr>
      <dsp:spPr>
        <a:xfrm>
          <a:off x="1466017" y="4762302"/>
          <a:ext cx="4553782" cy="126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2" tIns="134332" rIns="134332" bIns="13433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Helps identify high-cost operations and potential areas for cost-cutting.</a:t>
          </a:r>
        </a:p>
      </dsp:txBody>
      <dsp:txXfrm>
        <a:off x="1466017" y="4762302"/>
        <a:ext cx="4553782" cy="12692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8DDFE-0DC6-439D-87BD-E7F96D5616F9}">
      <dsp:nvSpPr>
        <dsp:cNvPr id="0" name=""/>
        <dsp:cNvSpPr/>
      </dsp:nvSpPr>
      <dsp:spPr>
        <a:xfrm>
          <a:off x="0" y="1005820"/>
          <a:ext cx="5183188" cy="1856898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0A8B1-7B68-4098-97D2-C08C7B636186}">
      <dsp:nvSpPr>
        <dsp:cNvPr id="0" name=""/>
        <dsp:cNvSpPr/>
      </dsp:nvSpPr>
      <dsp:spPr>
        <a:xfrm>
          <a:off x="561711" y="1423622"/>
          <a:ext cx="1021294" cy="10212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E0FD8-046F-4A26-BF8C-AB4CB8F89C1E}">
      <dsp:nvSpPr>
        <dsp:cNvPr id="0" name=""/>
        <dsp:cNvSpPr/>
      </dsp:nvSpPr>
      <dsp:spPr>
        <a:xfrm>
          <a:off x="2144718" y="1005820"/>
          <a:ext cx="3038469" cy="18568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522" tIns="196522" rIns="196522" bIns="19652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Detailed month-wise output split day-wise.</a:t>
          </a:r>
        </a:p>
      </dsp:txBody>
      <dsp:txXfrm>
        <a:off x="2144718" y="1005820"/>
        <a:ext cx="3038469" cy="1856898"/>
      </dsp:txXfrm>
    </dsp:sp>
    <dsp:sp modelId="{24300BC0-ECEA-49D5-86E4-A044F00063FA}">
      <dsp:nvSpPr>
        <dsp:cNvPr id="0" name=""/>
        <dsp:cNvSpPr/>
      </dsp:nvSpPr>
      <dsp:spPr>
        <a:xfrm>
          <a:off x="0" y="3326943"/>
          <a:ext cx="5183188" cy="1856898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7AC14-EFD2-4AF2-80CA-9D4BC73CCE65}">
      <dsp:nvSpPr>
        <dsp:cNvPr id="0" name=""/>
        <dsp:cNvSpPr/>
      </dsp:nvSpPr>
      <dsp:spPr>
        <a:xfrm>
          <a:off x="561711" y="3744746"/>
          <a:ext cx="1021294" cy="10212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16795-E890-4933-8D57-2055CD362F42}">
      <dsp:nvSpPr>
        <dsp:cNvPr id="0" name=""/>
        <dsp:cNvSpPr/>
      </dsp:nvSpPr>
      <dsp:spPr>
        <a:xfrm>
          <a:off x="2144718" y="3326943"/>
          <a:ext cx="3038469" cy="18568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522" tIns="196522" rIns="196522" bIns="19652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Useful for comparing productivity trends across time and identifying seasonal patterns or anomalies.</a:t>
          </a:r>
        </a:p>
      </dsp:txBody>
      <dsp:txXfrm>
        <a:off x="2144718" y="3326943"/>
        <a:ext cx="3038469" cy="18568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A0025-F624-416D-81F0-DF9D1BB1A8D4}">
      <dsp:nvSpPr>
        <dsp:cNvPr id="0" name=""/>
        <dsp:cNvSpPr/>
      </dsp:nvSpPr>
      <dsp:spPr>
        <a:xfrm>
          <a:off x="0" y="28246"/>
          <a:ext cx="60960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Department-wise contribution to manufacturing output:</a:t>
          </a:r>
        </a:p>
      </dsp:txBody>
      <dsp:txXfrm>
        <a:off x="46606" y="74852"/>
        <a:ext cx="6002788" cy="861507"/>
      </dsp:txXfrm>
    </dsp:sp>
    <dsp:sp modelId="{2DE3179E-C961-4A1D-B5EE-9417827EFFF3}">
      <dsp:nvSpPr>
        <dsp:cNvPr id="0" name=""/>
        <dsp:cNvSpPr/>
      </dsp:nvSpPr>
      <dsp:spPr>
        <a:xfrm>
          <a:off x="0" y="1052086"/>
          <a:ext cx="60960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Footwear: 179K (27%)</a:t>
          </a:r>
          <a:endParaRPr lang="en-US" sz="2400" kern="1200"/>
        </a:p>
      </dsp:txBody>
      <dsp:txXfrm>
        <a:off x="46606" y="1098692"/>
        <a:ext cx="6002788" cy="861507"/>
      </dsp:txXfrm>
    </dsp:sp>
    <dsp:sp modelId="{9BC473CA-1A7E-4CA3-BEB2-D2121D10731E}">
      <dsp:nvSpPr>
        <dsp:cNvPr id="0" name=""/>
        <dsp:cNvSpPr/>
      </dsp:nvSpPr>
      <dsp:spPr>
        <a:xfrm>
          <a:off x="0" y="2075926"/>
          <a:ext cx="60960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Knitwear: 172K (26%)</a:t>
          </a:r>
          <a:endParaRPr lang="en-US" sz="2400" kern="1200"/>
        </a:p>
      </dsp:txBody>
      <dsp:txXfrm>
        <a:off x="46606" y="2122532"/>
        <a:ext cx="6002788" cy="861507"/>
      </dsp:txXfrm>
    </dsp:sp>
    <dsp:sp modelId="{C067433A-9D5F-41F5-974A-E17E72E1352D}">
      <dsp:nvSpPr>
        <dsp:cNvPr id="0" name=""/>
        <dsp:cNvSpPr/>
      </dsp:nvSpPr>
      <dsp:spPr>
        <a:xfrm>
          <a:off x="0" y="3099766"/>
          <a:ext cx="60960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Printed Fabric: 156K (24%)</a:t>
          </a:r>
          <a:endParaRPr lang="en-US" sz="2400" kern="1200"/>
        </a:p>
      </dsp:txBody>
      <dsp:txXfrm>
        <a:off x="46606" y="3146372"/>
        <a:ext cx="6002788" cy="861507"/>
      </dsp:txXfrm>
    </dsp:sp>
    <dsp:sp modelId="{BFCB71E3-0ADF-4138-A3EE-8E926286FAA4}">
      <dsp:nvSpPr>
        <dsp:cNvPr id="0" name=""/>
        <dsp:cNvSpPr/>
      </dsp:nvSpPr>
      <dsp:spPr>
        <a:xfrm>
          <a:off x="0" y="4123606"/>
          <a:ext cx="60960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Woven Labels: 153K (23%)</a:t>
          </a:r>
          <a:endParaRPr lang="en-US" sz="2400" kern="1200"/>
        </a:p>
      </dsp:txBody>
      <dsp:txXfrm>
        <a:off x="46606" y="4170212"/>
        <a:ext cx="6002788" cy="861507"/>
      </dsp:txXfrm>
    </dsp:sp>
    <dsp:sp modelId="{543C87D2-93BA-47D4-B9CE-55632DDF17F9}">
      <dsp:nvSpPr>
        <dsp:cNvPr id="0" name=""/>
        <dsp:cNvSpPr/>
      </dsp:nvSpPr>
      <dsp:spPr>
        <a:xfrm>
          <a:off x="0" y="5147445"/>
          <a:ext cx="60960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Balanced distribution, but footwear leads slightly.</a:t>
          </a:r>
        </a:p>
      </dsp:txBody>
      <dsp:txXfrm>
        <a:off x="46606" y="5194051"/>
        <a:ext cx="6002788" cy="8615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404A0C-8BD4-4537-BAD3-4DD911500C3F}">
      <dsp:nvSpPr>
        <dsp:cNvPr id="0" name=""/>
        <dsp:cNvSpPr/>
      </dsp:nvSpPr>
      <dsp:spPr>
        <a:xfrm>
          <a:off x="0" y="356894"/>
          <a:ext cx="6019800" cy="26068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Compares production quantity vs rejected quantity for each item.</a:t>
          </a:r>
        </a:p>
      </dsp:txBody>
      <dsp:txXfrm>
        <a:off x="127257" y="484151"/>
        <a:ext cx="5765286" cy="2352355"/>
      </dsp:txXfrm>
    </dsp:sp>
    <dsp:sp modelId="{9CD4590F-CEA5-4BE6-9869-40BE5C5B8C08}">
      <dsp:nvSpPr>
        <dsp:cNvPr id="0" name=""/>
        <dsp:cNvSpPr/>
      </dsp:nvSpPr>
      <dsp:spPr>
        <a:xfrm>
          <a:off x="0" y="3070323"/>
          <a:ext cx="6019800" cy="26068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Useful for identifying items with high defect rates (e.g., items with high rejection relative to production).</a:t>
          </a:r>
        </a:p>
      </dsp:txBody>
      <dsp:txXfrm>
        <a:off x="127257" y="3197580"/>
        <a:ext cx="5765286" cy="235235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DDA29-38CC-40FA-A2F9-7FDB8186B8B3}">
      <dsp:nvSpPr>
        <dsp:cNvPr id="0" name=""/>
        <dsp:cNvSpPr/>
      </dsp:nvSpPr>
      <dsp:spPr>
        <a:xfrm>
          <a:off x="0" y="138264"/>
          <a:ext cx="6019800" cy="138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Displays employee production efficiency:</a:t>
          </a:r>
          <a:endParaRPr lang="en-US" sz="2500" kern="1200"/>
        </a:p>
      </dsp:txBody>
      <dsp:txXfrm>
        <a:off x="67467" y="205731"/>
        <a:ext cx="5884866" cy="1247128"/>
      </dsp:txXfrm>
    </dsp:sp>
    <dsp:sp modelId="{3BF39B52-7682-41B3-8996-16C3DACD0726}">
      <dsp:nvSpPr>
        <dsp:cNvPr id="0" name=""/>
        <dsp:cNvSpPr/>
      </dsp:nvSpPr>
      <dsp:spPr>
        <a:xfrm>
          <a:off x="0" y="1592327"/>
          <a:ext cx="6019800" cy="138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Current: 87.07 out of 174.15</a:t>
          </a:r>
        </a:p>
      </dsp:txBody>
      <dsp:txXfrm>
        <a:off x="67467" y="1659794"/>
        <a:ext cx="5884866" cy="1247128"/>
      </dsp:txXfrm>
    </dsp:sp>
    <dsp:sp modelId="{491D3738-4F9F-4C16-9403-D0B0C85A0208}">
      <dsp:nvSpPr>
        <dsp:cNvPr id="0" name=""/>
        <dsp:cNvSpPr/>
      </dsp:nvSpPr>
      <dsp:spPr>
        <a:xfrm>
          <a:off x="0" y="3046389"/>
          <a:ext cx="6019800" cy="138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likely represents an average efficiency score, where 100 could be the benchmark.</a:t>
          </a:r>
        </a:p>
      </dsp:txBody>
      <dsp:txXfrm>
        <a:off x="67467" y="3113856"/>
        <a:ext cx="5884866" cy="1247128"/>
      </dsp:txXfrm>
    </dsp:sp>
    <dsp:sp modelId="{4DEBE5E4-0D00-4997-8C04-426093B7EE61}">
      <dsp:nvSpPr>
        <dsp:cNvPr id="0" name=""/>
        <dsp:cNvSpPr/>
      </dsp:nvSpPr>
      <dsp:spPr>
        <a:xfrm>
          <a:off x="0" y="4500452"/>
          <a:ext cx="6019800" cy="138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Shows there's scope for improvement.</a:t>
          </a:r>
        </a:p>
      </dsp:txBody>
      <dsp:txXfrm>
        <a:off x="67467" y="4567919"/>
        <a:ext cx="5884866" cy="12471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8B05-D736-00E6-8065-ED5D5AC31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931E4-3DD4-1964-A59A-B79A311C4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44A76-E4B1-7FF0-0677-10BDB26D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33752-129E-DEF8-3D64-41BE8F548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51278-29C0-2C7A-5FEE-79A45DA3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35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8C693-10BC-5AC0-EFB7-2A2D5801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4D65-D82B-B884-FE0A-99E98EA2C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5B1ED-8AB8-3868-6D7C-D25FA8276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3D8F5-2238-B45B-7A1D-50884EF19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68DCB-8789-8A78-0B11-8AE868CB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52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CDD5-2F52-1CC2-E59D-F26A0E6C4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47E15-C605-1050-D397-1DD96EC18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82F62-8CCA-5748-46BF-0A7D00E2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A4010-6A7B-61BE-3F01-982B0DEA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4F1D8-3D1F-DF2A-20DB-B97DD4086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21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F63C9-ADC9-1623-7E46-4E326B82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367A8-DB0E-495C-190D-DE970C2B3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55EF6-9DD7-003A-4BC3-4A2E02F44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11F77-07A9-F048-97AE-FA172611A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42043-FEB2-CB77-507C-D1670DE2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78DA8-626F-6E7B-7DA0-DA100B22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3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7808-568D-2711-70BE-74422E52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560D9-EBCF-EEFC-ED85-5959E3869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6E185-A095-A864-0C15-70302F7A7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1790E-A5B0-4364-8D67-53D74AAD2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CD266-8F9A-96FE-65AE-98D9D15B2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92759-B7ED-B815-EA21-E605445F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7393-1D13-5BC9-F2F2-D0FE2555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B2405-279B-6B6E-DAFE-D0D8B350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6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494D-7696-85C8-AF78-D8AD11B2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1FADC-847A-6601-19DD-5BCC9757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A4FE6-AC4F-D119-A52A-868FE1938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37C11-CDB0-209C-156A-DD7DD47E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27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112D86-A818-3434-3A32-2CDCA217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D4548-4319-DBE4-B35D-A91505AA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ECFC-6A1B-764E-57BA-17D0CA85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03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2E63-2190-EDD1-6718-BB33614C1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79CD-8897-995B-0189-CE7E966B9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8CBCB-86B5-C788-F469-78DB403FA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BF7E2-9722-DFE0-0B10-C142B1F6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0CCA-3726-721D-ED20-EFE1EB87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C4F34-AF8B-5545-6338-09FDF113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343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5870-A4EC-FDD8-DC6A-2061E6E14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5256D6-64DB-1A4B-5392-2B88833CB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8A6E9-29E5-6507-AEB7-ED05D24A8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81C40-0E3D-7F23-F4D0-A5450E8A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9E8C7-62FB-D228-4040-D47E0945C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6E839-FED8-7E78-F83D-8FC7B9F0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624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C3AEE-58A7-913D-8289-52F90436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F248D-5946-C4B4-E2B8-99D7E1A5D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F6E81-0DE7-5D8A-2D62-6235CCA9A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CDDEC-5133-32F1-F0EA-86488E2C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DC9DA-BAF5-0988-EC3F-5D06EF5D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93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583392-2C53-48CA-C9DB-CFECDF6E1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E91F0-C8BD-774B-44E5-C7FFAF22E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1F103-6651-1B67-AD4C-8627D69F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1507B-D732-7318-F6F0-DE0D3013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FD662-5044-0433-AE70-1EFEEBE6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00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6A8BF-83EF-CC15-3487-CE5B771F0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AD3D8-126B-5AE8-1C49-B25CB3DB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3A8F4-4B49-52CC-F216-81951894A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F5C94D-D93F-4595-BE75-73609CE43D3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76755-85F8-823B-F1FE-0B0CD2017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0AF22-4069-98DF-696A-C45F0043C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233BB-794D-4BFC-8468-488757CE9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81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8D047-046C-7AAE-804A-C00352D1F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6502" y="2579914"/>
            <a:ext cx="5754896" cy="15578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0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Manufacturing Analysis</a:t>
            </a:r>
          </a:p>
        </p:txBody>
      </p:sp>
      <p:pic>
        <p:nvPicPr>
          <p:cNvPr id="7" name="Graphic 6" descr="Factory">
            <a:extLst>
              <a:ext uri="{FF2B5EF4-FFF2-40B4-BE49-F238E27FC236}">
                <a16:creationId xmlns:a16="http://schemas.microsoft.com/office/drawing/2014/main" id="{15A2643C-230D-D8E1-AF02-286231052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FA44C8F-E7ED-1CBB-B672-D9A836381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6502" y="4278086"/>
            <a:ext cx="5754896" cy="4567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/>
              <a:t>By Pratiksha Pawar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06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87093-F88A-290C-048A-DE4DA6E5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 dirty="0">
                <a:solidFill>
                  <a:srgbClr val="FFFFFF"/>
                </a:solidFill>
              </a:rPr>
              <a:t>Manufacturing Analysis Introduction</a:t>
            </a:r>
            <a:endParaRPr lang="en-IN" sz="4000" b="1" u="sng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9C9E1-43D6-2840-69C5-C0BB197DC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Manufacturing analysis is the systematic assessment of all aspects of the manufacturing process to improve efficiency, productivity, and quality.</a:t>
            </a:r>
            <a:endParaRPr lang="en-US" sz="2000"/>
          </a:p>
          <a:p>
            <a:r>
              <a:rPr lang="en-US" sz="2000" dirty="0"/>
              <a:t>It involves collecting, interpreting, and leveraging data related to production operations, materials usage, labour efficiency, equipment performance, costs, and output quality.</a:t>
            </a:r>
            <a:endParaRPr lang="en-US" sz="2000"/>
          </a:p>
          <a:p>
            <a:r>
              <a:rPr lang="en-US" sz="2000" dirty="0"/>
              <a:t>The primary goals are to reduce waste, optimize resource allocation, and improve overall operational performance.</a:t>
            </a:r>
            <a:endParaRPr lang="en-US" sz="2000"/>
          </a:p>
          <a:p>
            <a:r>
              <a:rPr lang="en-US" sz="2000" dirty="0"/>
              <a:t>Tools used for manufacturing analysis were </a:t>
            </a:r>
            <a:r>
              <a:rPr lang="en-US" sz="2000" u="sng" dirty="0"/>
              <a:t>Excel</a:t>
            </a:r>
            <a:r>
              <a:rPr lang="en-US" sz="2000" dirty="0"/>
              <a:t>, </a:t>
            </a:r>
            <a:r>
              <a:rPr lang="en-US" sz="2000" u="sng" dirty="0"/>
              <a:t>Power BI</a:t>
            </a:r>
            <a:r>
              <a:rPr lang="en-US" sz="2000" dirty="0"/>
              <a:t>, </a:t>
            </a:r>
            <a:r>
              <a:rPr lang="en-US" sz="2000" u="sng" dirty="0"/>
              <a:t>MySQL</a:t>
            </a:r>
            <a:r>
              <a:rPr lang="en-US" sz="2000" dirty="0"/>
              <a:t>, </a:t>
            </a:r>
            <a:r>
              <a:rPr lang="en-US" sz="2000" u="sng" dirty="0"/>
              <a:t>Tableau</a:t>
            </a:r>
            <a:r>
              <a:rPr lang="en-US" sz="2000" dirty="0"/>
              <a:t>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3584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390C-D75C-A4D6-9315-A900D45E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24560"/>
          </a:xfrm>
        </p:spPr>
        <p:txBody>
          <a:bodyPr/>
          <a:lstStyle/>
          <a:p>
            <a:pPr algn="ctr"/>
            <a:r>
              <a:rPr lang="en-US" b="1" u="sng" dirty="0"/>
              <a:t>KPI List</a:t>
            </a:r>
            <a:endParaRPr lang="en-IN" b="1" u="sng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B9ABDA9-A4FC-7B0B-D9B5-BA720E50E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90906"/>
            <a:ext cx="12192000" cy="583933"/>
          </a:xfrm>
        </p:spPr>
        <p:txBody>
          <a:bodyPr anchor="ctr">
            <a:normAutofit/>
          </a:bodyPr>
          <a:lstStyle/>
          <a:p>
            <a:pPr algn="ctr"/>
            <a:r>
              <a:rPr lang="en-IN" sz="3200" u="sng" dirty="0"/>
              <a:t>Total MFG. QTY – 50M</a:t>
            </a:r>
          </a:p>
        </p:txBody>
      </p:sp>
      <p:pic>
        <p:nvPicPr>
          <p:cNvPr id="7" name="Content Placeholder 6" descr="A close-up of a sign&#10;&#10;AI-generated content may be incorrect.">
            <a:extLst>
              <a:ext uri="{FF2B5EF4-FFF2-40B4-BE49-F238E27FC236}">
                <a16:creationId xmlns:a16="http://schemas.microsoft.com/office/drawing/2014/main" id="{030ABFD2-F093-FAA3-9C8F-EAACD64540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4837"/>
            <a:ext cx="5037744" cy="5383163"/>
          </a:xfrm>
        </p:spPr>
      </p:pic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32F3660D-1F37-780E-EE67-0FF76AFEC0DE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5039360" y="1474838"/>
          <a:ext cx="7152640" cy="5383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610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C2194D-F82A-B1C1-CCEB-AA2B237B2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1999" cy="823912"/>
          </a:xfrm>
        </p:spPr>
        <p:txBody>
          <a:bodyPr anchor="ctr">
            <a:normAutofit/>
          </a:bodyPr>
          <a:lstStyle/>
          <a:p>
            <a:pPr algn="ctr"/>
            <a:r>
              <a:rPr lang="en-IN" sz="3200" u="sng" dirty="0"/>
              <a:t>Total Rej. QTY – 491K</a:t>
            </a:r>
          </a:p>
        </p:txBody>
      </p:sp>
      <p:pic>
        <p:nvPicPr>
          <p:cNvPr id="6" name="Content Placeholder 5" descr="A blue rectangle with white text&#10;&#10;AI-generated content may be incorrect.">
            <a:extLst>
              <a:ext uri="{FF2B5EF4-FFF2-40B4-BE49-F238E27FC236}">
                <a16:creationId xmlns:a16="http://schemas.microsoft.com/office/drawing/2014/main" id="{70F34A55-4C18-0EC0-A74C-D013006BE3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23912"/>
            <a:ext cx="6172200" cy="6034088"/>
          </a:xfrm>
        </p:spPr>
      </p:pic>
      <p:graphicFrame>
        <p:nvGraphicFramePr>
          <p:cNvPr id="17" name="Content Placeholder 14">
            <a:extLst>
              <a:ext uri="{FF2B5EF4-FFF2-40B4-BE49-F238E27FC236}">
                <a16:creationId xmlns:a16="http://schemas.microsoft.com/office/drawing/2014/main" id="{AA28654A-35E9-66E0-7CA9-CDBD9918FA49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823912"/>
          <a:ext cx="6019800" cy="6034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389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F25E46-C2EB-AF32-9290-235CCE523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823912"/>
          </a:xfrm>
        </p:spPr>
        <p:txBody>
          <a:bodyPr anchor="ctr">
            <a:normAutofit/>
          </a:bodyPr>
          <a:lstStyle/>
          <a:p>
            <a:pPr algn="ctr"/>
            <a:r>
              <a:rPr lang="en-IN" sz="3200" u="sng" dirty="0"/>
              <a:t>Total Proc. QTY – 60M</a:t>
            </a:r>
          </a:p>
        </p:txBody>
      </p:sp>
      <p:pic>
        <p:nvPicPr>
          <p:cNvPr id="6" name="Content Placeholder 5" descr="A close up of a sign&#10;&#10;AI-generated content may be incorrect.">
            <a:extLst>
              <a:ext uri="{FF2B5EF4-FFF2-40B4-BE49-F238E27FC236}">
                <a16:creationId xmlns:a16="http://schemas.microsoft.com/office/drawing/2014/main" id="{04AAEE0F-5475-AC6E-0679-931558744C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3912"/>
            <a:ext cx="6172199" cy="6034088"/>
          </a:xfrm>
        </p:spPr>
      </p:pic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071B2298-771B-C955-357B-8A4787148EE0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823912"/>
          <a:ext cx="6019800" cy="6034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3014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D3C1C4-162A-EAF0-FFCD-5F26C0DD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589935"/>
          </a:xfrm>
        </p:spPr>
        <p:txBody>
          <a:bodyPr anchor="ctr">
            <a:normAutofit/>
          </a:bodyPr>
          <a:lstStyle/>
          <a:p>
            <a:pPr algn="ctr"/>
            <a:r>
              <a:rPr lang="en-IN" sz="3200" u="sng" dirty="0"/>
              <a:t>Total Wstg. QTY – 0.8%</a:t>
            </a:r>
          </a:p>
        </p:txBody>
      </p:sp>
      <p:pic>
        <p:nvPicPr>
          <p:cNvPr id="6" name="Content Placeholder 5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02BF0E8C-4814-200C-2675-7DE1EEA121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9934"/>
            <a:ext cx="6172200" cy="6268065"/>
          </a:xfrm>
        </p:spPr>
      </p:pic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28128CAE-AB08-4A9D-CC29-C2538E8FB44D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589932"/>
          <a:ext cx="6019800" cy="6268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384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B95191-5AFF-65E1-F2BE-1F0D7C8F1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823912"/>
          </a:xfrm>
        </p:spPr>
        <p:txBody>
          <a:bodyPr anchor="ctr">
            <a:noAutofit/>
          </a:bodyPr>
          <a:lstStyle/>
          <a:p>
            <a:pPr algn="ctr"/>
            <a:r>
              <a:rPr lang="en-IN" sz="3200" u="sng" dirty="0"/>
              <a:t>Dept. Production Over Time</a:t>
            </a:r>
          </a:p>
        </p:txBody>
      </p:sp>
      <p:pic>
        <p:nvPicPr>
          <p:cNvPr id="6" name="Content Placeholder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2281A85-99CA-9C4A-303F-53236258BE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" y="823912"/>
            <a:ext cx="6148357" cy="6034088"/>
          </a:xfrm>
        </p:spPr>
      </p:pic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21369477-90B6-E253-C4E9-DF666DBF890C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823912"/>
          <a:ext cx="6019800" cy="6034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4113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836C9A-5184-EEFB-41AD-37EEED9FE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823912"/>
          </a:xfrm>
        </p:spPr>
        <p:txBody>
          <a:bodyPr anchor="ctr">
            <a:normAutofit/>
          </a:bodyPr>
          <a:lstStyle/>
          <a:p>
            <a:pPr algn="ctr"/>
            <a:r>
              <a:rPr lang="en-IN" sz="3200" u="sng" dirty="0"/>
              <a:t>Machine Cost per Operation</a:t>
            </a:r>
          </a:p>
        </p:txBody>
      </p:sp>
      <p:pic>
        <p:nvPicPr>
          <p:cNvPr id="6" name="Content Placeholder 5" descr="A chart of a machine cost per operation&#10;&#10;AI-generated content may be incorrect.">
            <a:extLst>
              <a:ext uri="{FF2B5EF4-FFF2-40B4-BE49-F238E27FC236}">
                <a16:creationId xmlns:a16="http://schemas.microsoft.com/office/drawing/2014/main" id="{07E49DBE-7EB8-15F7-4AA4-2E49C2795F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9" y="823912"/>
            <a:ext cx="6138641" cy="6034087"/>
          </a:xfrm>
        </p:spPr>
      </p:pic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6C31E6F7-42F1-DA3E-F016-19515B9F140D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823912"/>
          <a:ext cx="6019800" cy="6034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682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298CA7-1950-FA23-0811-0E6F247FB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1999" cy="668337"/>
          </a:xfrm>
        </p:spPr>
        <p:txBody>
          <a:bodyPr anchor="ctr">
            <a:normAutofit/>
          </a:bodyPr>
          <a:lstStyle/>
          <a:p>
            <a:pPr algn="ctr"/>
            <a:r>
              <a:rPr lang="en-IN" sz="3200" u="sng" dirty="0"/>
              <a:t>Monthly Output Snapshot</a:t>
            </a:r>
          </a:p>
        </p:txBody>
      </p:sp>
      <p:pic>
        <p:nvPicPr>
          <p:cNvPr id="6" name="Content Placeholder 5" descr="A screenshot of a calendar&#10;&#10;AI-generated content may be incorrect.">
            <a:extLst>
              <a:ext uri="{FF2B5EF4-FFF2-40B4-BE49-F238E27FC236}">
                <a16:creationId xmlns:a16="http://schemas.microsoft.com/office/drawing/2014/main" id="{BBB3F1B9-964F-066F-65AE-1891378BA6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68336"/>
            <a:ext cx="7008811" cy="6189662"/>
          </a:xfrm>
        </p:spPr>
      </p:pic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3A37BDC6-1321-8CB9-99C3-EE39BF118F3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200210663"/>
              </p:ext>
            </p:extLst>
          </p:nvPr>
        </p:nvGraphicFramePr>
        <p:xfrm>
          <a:off x="7008811" y="668336"/>
          <a:ext cx="5183188" cy="6189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5478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571C26-E57A-64A2-BBCB-3C957EA4B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727587"/>
          </a:xfrm>
        </p:spPr>
        <p:txBody>
          <a:bodyPr anchor="ctr">
            <a:normAutofit/>
          </a:bodyPr>
          <a:lstStyle/>
          <a:p>
            <a:pPr algn="ctr"/>
            <a:r>
              <a:rPr lang="en-IN" sz="3200" u="sng" dirty="0"/>
              <a:t>Dept.-wise MFG QTY</a:t>
            </a:r>
          </a:p>
        </p:txBody>
      </p:sp>
      <p:pic>
        <p:nvPicPr>
          <p:cNvPr id="6" name="Content Placeholder 5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D82A4EED-9C11-F60A-AEF0-D63A6B0B1E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7587"/>
            <a:ext cx="6096000" cy="6130413"/>
          </a:xfrm>
        </p:spPr>
      </p:pic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44306FC8-4B1D-8DFA-7D70-509F72E5BC66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096000" y="727588"/>
          <a:ext cx="6096000" cy="6130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52565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AD01367-BACE-9541-DBB9-2599597FC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823912"/>
          </a:xfrm>
        </p:spPr>
        <p:txBody>
          <a:bodyPr anchor="ctr">
            <a:normAutofit/>
          </a:bodyPr>
          <a:lstStyle/>
          <a:p>
            <a:pPr algn="ctr"/>
            <a:r>
              <a:rPr lang="en-IN" sz="3200" u="sng" dirty="0"/>
              <a:t>Item-wise Prod. vs Reje. </a:t>
            </a:r>
          </a:p>
        </p:txBody>
      </p:sp>
      <p:pic>
        <p:nvPicPr>
          <p:cNvPr id="6" name="Content Placeholder 5" descr="A graph of a product&#10;&#10;AI-generated content may be incorrect.">
            <a:extLst>
              <a:ext uri="{FF2B5EF4-FFF2-40B4-BE49-F238E27FC236}">
                <a16:creationId xmlns:a16="http://schemas.microsoft.com/office/drawing/2014/main" id="{EC80D181-24C4-1789-0FA9-B0D43D6008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3912"/>
            <a:ext cx="6172200" cy="6034088"/>
          </a:xfrm>
        </p:spPr>
      </p:pic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4E3D3480-4112-F09A-D100-244072FCAB75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823912"/>
          <a:ext cx="6019800" cy="6034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8380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1ADDDC-A831-EDBE-596F-591528BD2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823912"/>
          </a:xfrm>
        </p:spPr>
        <p:txBody>
          <a:bodyPr anchor="ctr">
            <a:normAutofit/>
          </a:bodyPr>
          <a:lstStyle/>
          <a:p>
            <a:pPr algn="ctr"/>
            <a:r>
              <a:rPr lang="en-IN" sz="3200" u="sng" dirty="0"/>
              <a:t>Prod. Efficiency by Employee</a:t>
            </a:r>
          </a:p>
        </p:txBody>
      </p:sp>
      <p:pic>
        <p:nvPicPr>
          <p:cNvPr id="6" name="Content Placeholder 5" descr="A graph with numbers and a semicircle&#10;&#10;AI-generated content may be incorrect.">
            <a:extLst>
              <a:ext uri="{FF2B5EF4-FFF2-40B4-BE49-F238E27FC236}">
                <a16:creationId xmlns:a16="http://schemas.microsoft.com/office/drawing/2014/main" id="{893D6DB2-B4A4-273E-AEA9-C8FFB54027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3912"/>
            <a:ext cx="6096000" cy="6034088"/>
          </a:xfrm>
        </p:spPr>
      </p:pic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C0E7FDB6-8B1D-8B1F-90A3-98C828BE09DE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837220"/>
          <a:ext cx="6019800" cy="6020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63120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1ADA7-F08C-5D64-3C83-CE0D6DF2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Excel Dashboard</a:t>
            </a:r>
            <a:endParaRPr lang="en-IN" b="1" u="sng" dirty="0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F70592-F9D6-7FF1-8B59-1252756E7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037"/>
            <a:ext cx="12192000" cy="6176962"/>
          </a:xfrm>
        </p:spPr>
      </p:pic>
    </p:spTree>
    <p:extLst>
      <p:ext uri="{BB962C8B-B14F-4D97-AF65-F5344CB8AC3E}">
        <p14:creationId xmlns:p14="http://schemas.microsoft.com/office/powerpoint/2010/main" val="130659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37B8-91F3-AD11-28AC-5B4C8611F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49030"/>
          </a:xfrm>
        </p:spPr>
        <p:txBody>
          <a:bodyPr/>
          <a:lstStyle/>
          <a:p>
            <a:pPr algn="ctr"/>
            <a:r>
              <a:rPr lang="en-US" b="1" u="sng" dirty="0"/>
              <a:t>Power BI Dashboard</a:t>
            </a:r>
            <a:endParaRPr lang="en-IN" b="1" u="sng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AFD019-E17D-8F8D-F18E-A82C14F8B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9032"/>
            <a:ext cx="12192000" cy="6108968"/>
          </a:xfrm>
        </p:spPr>
      </p:pic>
    </p:spTree>
    <p:extLst>
      <p:ext uri="{BB962C8B-B14F-4D97-AF65-F5344CB8AC3E}">
        <p14:creationId xmlns:p14="http://schemas.microsoft.com/office/powerpoint/2010/main" val="2302626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2CC1-6E78-6931-E1CE-1FE1898F2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0560"/>
          </a:xfrm>
        </p:spPr>
        <p:txBody>
          <a:bodyPr/>
          <a:lstStyle/>
          <a:p>
            <a:pPr algn="ctr"/>
            <a:r>
              <a:rPr lang="en-US" b="1" u="sng" dirty="0"/>
              <a:t>MYSQL Quires</a:t>
            </a:r>
            <a:endParaRPr lang="en-IN" b="1" u="sng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346B1B-A7CB-56A6-199E-A9503BCB3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0560"/>
            <a:ext cx="12192000" cy="5997440"/>
          </a:xfrm>
        </p:spPr>
      </p:pic>
    </p:spTree>
    <p:extLst>
      <p:ext uri="{BB962C8B-B14F-4D97-AF65-F5344CB8AC3E}">
        <p14:creationId xmlns:p14="http://schemas.microsoft.com/office/powerpoint/2010/main" val="1267812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B146B6-6501-BD70-DAD9-AB8F892B0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475790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F0334F-3B85-80FE-D851-E18B463E3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29923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5CE9BD-4563-194F-6CCB-5AFADB360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1872448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4E5C-864E-4F62-5146-1B37C42B3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36578"/>
          </a:xfrm>
        </p:spPr>
        <p:txBody>
          <a:bodyPr/>
          <a:lstStyle/>
          <a:p>
            <a:pPr algn="ctr"/>
            <a:r>
              <a:rPr lang="en-US" b="1" u="sng" dirty="0"/>
              <a:t>Tableau Dashboard</a:t>
            </a:r>
            <a:endParaRPr lang="en-IN" b="1" u="sng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D94377-278B-A280-8B29-64AC74502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579"/>
            <a:ext cx="12192000" cy="6021420"/>
          </a:xfrm>
        </p:spPr>
      </p:pic>
    </p:spTree>
    <p:extLst>
      <p:ext uri="{BB962C8B-B14F-4D97-AF65-F5344CB8AC3E}">
        <p14:creationId xmlns:p14="http://schemas.microsoft.com/office/powerpoint/2010/main" val="1534828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0058A-A76A-88D6-5D56-71E679D6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 dirty="0">
                <a:solidFill>
                  <a:srgbClr val="FFFFFF"/>
                </a:solidFill>
              </a:rPr>
              <a:t>Key Takeaway</a:t>
            </a:r>
            <a:endParaRPr lang="en-IN" sz="4000" b="1" u="sng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09742-8ABF-8B2C-8962-8F6D26F84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This dashboard provides a comprehensive view of the manufacturing process, covering </a:t>
            </a:r>
            <a:r>
              <a:rPr lang="en-US" sz="2000" b="1"/>
              <a:t>output volume</a:t>
            </a:r>
            <a:r>
              <a:rPr lang="en-US" sz="2000"/>
              <a:t>, </a:t>
            </a:r>
            <a:r>
              <a:rPr lang="en-US" sz="2000" b="1"/>
              <a:t>cost per operation</a:t>
            </a:r>
            <a:r>
              <a:rPr lang="en-US" sz="2000"/>
              <a:t>, </a:t>
            </a:r>
            <a:r>
              <a:rPr lang="en-US" sz="2000" b="1"/>
              <a:t>efficiency</a:t>
            </a:r>
            <a:r>
              <a:rPr lang="en-US" sz="2000"/>
              <a:t>, </a:t>
            </a:r>
            <a:r>
              <a:rPr lang="en-US" sz="2000" b="1"/>
              <a:t>wastage</a:t>
            </a:r>
            <a:r>
              <a:rPr lang="en-US" sz="2000"/>
              <a:t>, and </a:t>
            </a:r>
            <a:r>
              <a:rPr lang="en-US" sz="2000" b="1"/>
              <a:t>department-level insights</a:t>
            </a:r>
            <a:r>
              <a:rPr lang="en-US" sz="2000"/>
              <a:t>. It enables data-driven decision-making by identifying:</a:t>
            </a:r>
          </a:p>
          <a:p>
            <a:r>
              <a:rPr lang="en-IN" sz="2000"/>
              <a:t>High-cost processes.</a:t>
            </a:r>
          </a:p>
          <a:p>
            <a:r>
              <a:rPr lang="en-IN" sz="2000"/>
              <a:t>Production trends.</a:t>
            </a:r>
          </a:p>
          <a:p>
            <a:r>
              <a:rPr lang="en-IN" sz="2000"/>
              <a:t>Efficiency gaps.</a:t>
            </a:r>
          </a:p>
          <a:p>
            <a:r>
              <a:rPr lang="en-IN" sz="2000"/>
              <a:t>Quality issues (through rejections).</a:t>
            </a:r>
          </a:p>
          <a:p>
            <a:r>
              <a:rPr lang="en-IN" sz="2000"/>
              <a:t>Department and item-level performance.</a:t>
            </a:r>
            <a:endParaRPr lang="en-US" sz="2000"/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03164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3175</TotalTime>
  <Words>492</Words>
  <Application>Microsoft Office PowerPoint</Application>
  <PresentationFormat>Widescreen</PresentationFormat>
  <Paragraphs>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Manufacturing Analysis</vt:lpstr>
      <vt:lpstr>Manufacturing Analysis Introduction</vt:lpstr>
      <vt:lpstr>KPI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Excel Dashboard</vt:lpstr>
      <vt:lpstr>Power BI Dashboard</vt:lpstr>
      <vt:lpstr>MYSQL Quires</vt:lpstr>
      <vt:lpstr>PowerPoint Presentation</vt:lpstr>
      <vt:lpstr>PowerPoint Presentation</vt:lpstr>
      <vt:lpstr>PowerPoint Presentation</vt:lpstr>
      <vt:lpstr>Tableau Dashboard</vt:lpstr>
      <vt:lpstr>Key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FURQAN WAHID MOON</dc:creator>
  <cp:lastModifiedBy>Pratiksha Pawar</cp:lastModifiedBy>
  <cp:revision>7</cp:revision>
  <dcterms:created xsi:type="dcterms:W3CDTF">2025-07-26T01:03:50Z</dcterms:created>
  <dcterms:modified xsi:type="dcterms:W3CDTF">2025-11-08T15:26:27Z</dcterms:modified>
</cp:coreProperties>
</file>